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Lst>
  <p:notesMasterIdLst>
    <p:notesMasterId r:id="rId19"/>
  </p:notesMasterIdLst>
  <p:handoutMasterIdLst>
    <p:handoutMasterId r:id="rId20"/>
  </p:handoutMasterIdLst>
  <p:sldIdLst>
    <p:sldId id="302" r:id="rId5"/>
    <p:sldId id="346" r:id="rId6"/>
    <p:sldId id="347" r:id="rId7"/>
    <p:sldId id="328" r:id="rId8"/>
    <p:sldId id="348" r:id="rId9"/>
    <p:sldId id="319" r:id="rId10"/>
    <p:sldId id="320" r:id="rId11"/>
    <p:sldId id="329" r:id="rId12"/>
    <p:sldId id="322" r:id="rId13"/>
    <p:sldId id="323" r:id="rId14"/>
    <p:sldId id="349" r:id="rId15"/>
    <p:sldId id="331" r:id="rId16"/>
    <p:sldId id="343" r:id="rId17"/>
    <p:sldId id="306" r:id="rId18"/>
  </p:sldIdLst>
  <p:sldSz cx="9144000" cy="5143500" type="screen16x9"/>
  <p:notesSz cx="6858000" cy="9144000"/>
  <p:embeddedFontLst>
    <p:embeddedFont>
      <p:font typeface="Neue Montreal" pitchFamily="2" charset="0"/>
      <p:regular r:id="rId21"/>
    </p:embeddedFont>
    <p:embeddedFont>
      <p:font typeface="Neue Montreal Medium" pitchFamily="2" charset="0"/>
      <p:regular r:id="rId22"/>
    </p:embeddedFont>
    <p:embeddedFont>
      <p:font typeface="Poppins" pitchFamily="2" charset="77"/>
      <p:regular r:id="rId23"/>
      <p:bold r:id="rId24"/>
      <p:italic r:id="rId25"/>
      <p:boldItalic r:id="rId26"/>
    </p:embeddedFont>
    <p:embeddedFont>
      <p:font typeface="Poppins Bold" pitchFamily="2" charset="77"/>
      <p:bold r:id="rId27"/>
      <p:italic r:id="rId28"/>
      <p:boldItalic r:id="rId29"/>
    </p:embeddedFont>
  </p:embeddedFontLst>
  <p:defaultTextStyle>
    <a:defPPr>
      <a:defRPr lang="en-US"/>
    </a:defPPr>
    <a:lvl1pPr algn="l" rtl="0" eaLnBrk="0" fontAlgn="base" hangingPunct="0">
      <a:spcBef>
        <a:spcPct val="0"/>
      </a:spcBef>
      <a:spcAft>
        <a:spcPct val="0"/>
      </a:spcAft>
      <a:defRPr kern="1200">
        <a:solidFill>
          <a:schemeClr val="tx1"/>
        </a:solidFill>
        <a:latin typeface="Poppins" pitchFamily="2" charset="77"/>
        <a:ea typeface="+mn-ea"/>
        <a:cs typeface="+mn-cs"/>
      </a:defRPr>
    </a:lvl1pPr>
    <a:lvl2pPr marL="228600" algn="l" rtl="0" eaLnBrk="0" fontAlgn="base" hangingPunct="0">
      <a:spcBef>
        <a:spcPct val="0"/>
      </a:spcBef>
      <a:spcAft>
        <a:spcPct val="0"/>
      </a:spcAft>
      <a:defRPr kern="1200">
        <a:solidFill>
          <a:schemeClr val="tx1"/>
        </a:solidFill>
        <a:latin typeface="Poppins" pitchFamily="2" charset="77"/>
        <a:ea typeface="+mn-ea"/>
        <a:cs typeface="+mn-cs"/>
      </a:defRPr>
    </a:lvl2pPr>
    <a:lvl3pPr marL="457200" algn="l" rtl="0" eaLnBrk="0" fontAlgn="base" hangingPunct="0">
      <a:spcBef>
        <a:spcPct val="0"/>
      </a:spcBef>
      <a:spcAft>
        <a:spcPct val="0"/>
      </a:spcAft>
      <a:defRPr kern="1200">
        <a:solidFill>
          <a:schemeClr val="tx1"/>
        </a:solidFill>
        <a:latin typeface="Poppins" pitchFamily="2" charset="77"/>
        <a:ea typeface="+mn-ea"/>
        <a:cs typeface="+mn-cs"/>
      </a:defRPr>
    </a:lvl3pPr>
    <a:lvl4pPr marL="685800" algn="l" rtl="0" eaLnBrk="0" fontAlgn="base" hangingPunct="0">
      <a:spcBef>
        <a:spcPct val="0"/>
      </a:spcBef>
      <a:spcAft>
        <a:spcPct val="0"/>
      </a:spcAft>
      <a:defRPr kern="1200">
        <a:solidFill>
          <a:schemeClr val="tx1"/>
        </a:solidFill>
        <a:latin typeface="Poppins" pitchFamily="2" charset="77"/>
        <a:ea typeface="+mn-ea"/>
        <a:cs typeface="+mn-cs"/>
      </a:defRPr>
    </a:lvl4pPr>
    <a:lvl5pPr marL="914400" algn="l" rtl="0" eaLnBrk="0" fontAlgn="base" hangingPunct="0">
      <a:spcBef>
        <a:spcPct val="0"/>
      </a:spcBef>
      <a:spcAft>
        <a:spcPct val="0"/>
      </a:spcAft>
      <a:defRPr kern="1200">
        <a:solidFill>
          <a:schemeClr val="tx1"/>
        </a:solidFill>
        <a:latin typeface="Poppins" pitchFamily="2" charset="77"/>
        <a:ea typeface="+mn-ea"/>
        <a:cs typeface="+mn-cs"/>
      </a:defRPr>
    </a:lvl5pPr>
    <a:lvl6pPr marL="1143000" algn="l" defTabSz="457200" rtl="0" eaLnBrk="1" latinLnBrk="0" hangingPunct="1">
      <a:defRPr kern="1200">
        <a:solidFill>
          <a:schemeClr val="tx1"/>
        </a:solidFill>
        <a:latin typeface="Poppins" pitchFamily="2" charset="77"/>
        <a:ea typeface="+mn-ea"/>
        <a:cs typeface="+mn-cs"/>
      </a:defRPr>
    </a:lvl6pPr>
    <a:lvl7pPr marL="1371600" algn="l" defTabSz="457200" rtl="0" eaLnBrk="1" latinLnBrk="0" hangingPunct="1">
      <a:defRPr kern="1200">
        <a:solidFill>
          <a:schemeClr val="tx1"/>
        </a:solidFill>
        <a:latin typeface="Poppins" pitchFamily="2" charset="77"/>
        <a:ea typeface="+mn-ea"/>
        <a:cs typeface="+mn-cs"/>
      </a:defRPr>
    </a:lvl7pPr>
    <a:lvl8pPr marL="1600200" algn="l" defTabSz="457200" rtl="0" eaLnBrk="1" latinLnBrk="0" hangingPunct="1">
      <a:defRPr kern="1200">
        <a:solidFill>
          <a:schemeClr val="tx1"/>
        </a:solidFill>
        <a:latin typeface="Poppins" pitchFamily="2" charset="77"/>
        <a:ea typeface="+mn-ea"/>
        <a:cs typeface="+mn-cs"/>
      </a:defRPr>
    </a:lvl8pPr>
    <a:lvl9pPr marL="1828800" algn="l" defTabSz="457200" rtl="0" eaLnBrk="1" latinLnBrk="0" hangingPunct="1">
      <a:defRPr kern="1200">
        <a:solidFill>
          <a:schemeClr val="tx1"/>
        </a:solidFill>
        <a:latin typeface="Poppins" pitchFamily="2" charset="77"/>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CB154B3B-DFE1-B4C5-313B-E823A9067C43}" name="Alex Kaula" initials="" userId="S::Alex.Kaula@camcog.com::bcdf975f-50c3-4448-9d36-e0285cbfbe9b" providerId="AD"/>
  <p188:author id="{81ADC998-CB30-B366-D86A-8C86294E2B36}" name="Nick Taptiklis" initials="NT" userId="S::Nick.Taptiklis@camcog.com::fc1de40d-be2c-4aa6-81f1-3ef387dfe9f4" providerId="AD"/>
  <p188:author id="{8C326DF5-2CF1-C598-00B4-552E9408266F}" name="Francesca Cormack" initials="FC" userId="S::Francesca.Cormack@camcog.com::17ede4d0-f28a-4e7e-a8eb-834da3724ac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7E8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3284D8-67D9-7B44-92F4-E9A7ABA4AADB}" v="217" dt="2026-02-09T15:26:56.0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2"/>
  </p:normalViewPr>
  <p:slideViewPr>
    <p:cSldViewPr snapToGrid="0">
      <p:cViewPr varScale="1">
        <p:scale>
          <a:sx n="161" d="100"/>
          <a:sy n="161" d="100"/>
        </p:scale>
        <p:origin x="2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6.fntdata"/><Relationship Id="rId3" Type="http://schemas.openxmlformats.org/officeDocument/2006/relationships/customXml" Target="../customXml/item3.xml"/><Relationship Id="rId21" Type="http://schemas.openxmlformats.org/officeDocument/2006/relationships/font" Target="fonts/font1.fntdata"/><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29"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6.xml"/><Relationship Id="rId19" Type="http://schemas.openxmlformats.org/officeDocument/2006/relationships/notesMaster" Target="notesMasters/notesMaster1.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3C4271-B5AF-6699-946D-08C3DB7BA8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GB"/>
          </a:p>
        </p:txBody>
      </p:sp>
      <p:sp>
        <p:nvSpPr>
          <p:cNvPr id="3" name="Date Placeholder 2">
            <a:extLst>
              <a:ext uri="{FF2B5EF4-FFF2-40B4-BE49-F238E27FC236}">
                <a16:creationId xmlns:a16="http://schemas.microsoft.com/office/drawing/2014/main" id="{85E1C19D-9471-9793-379D-F588EE133DD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E1208E4B-49A6-F446-BF64-43A2F967B64B}" type="datetimeFigureOut">
              <a:rPr lang="en-GB"/>
              <a:pPr>
                <a:defRPr/>
              </a:pPr>
              <a:t>09/02/2026</a:t>
            </a:fld>
            <a:endParaRPr lang="en-GB"/>
          </a:p>
        </p:txBody>
      </p:sp>
      <p:sp>
        <p:nvSpPr>
          <p:cNvPr id="4" name="Footer Placeholder 3">
            <a:extLst>
              <a:ext uri="{FF2B5EF4-FFF2-40B4-BE49-F238E27FC236}">
                <a16:creationId xmlns:a16="http://schemas.microsoft.com/office/drawing/2014/main" id="{34F1FAC0-AC1F-0F62-4900-EAA59576325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GB"/>
          </a:p>
        </p:txBody>
      </p:sp>
      <p:sp>
        <p:nvSpPr>
          <p:cNvPr id="5" name="Slide Number Placeholder 4">
            <a:extLst>
              <a:ext uri="{FF2B5EF4-FFF2-40B4-BE49-F238E27FC236}">
                <a16:creationId xmlns:a16="http://schemas.microsoft.com/office/drawing/2014/main" id="{68B3B635-8A08-13A7-2B4D-82D94DA02F0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86876925-7CE3-D945-B217-92546A1676A1}" type="slidenum">
              <a:rPr lang="en-GB"/>
              <a:pPr>
                <a:defRPr/>
              </a:pPr>
              <a:t>‹#›</a:t>
            </a:fld>
            <a:endParaRPr lang="en-GB"/>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237CCF5-4943-13F1-27C4-EADB1A16372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GB"/>
          </a:p>
        </p:txBody>
      </p:sp>
      <p:sp>
        <p:nvSpPr>
          <p:cNvPr id="3" name="Date Placeholder 2">
            <a:extLst>
              <a:ext uri="{FF2B5EF4-FFF2-40B4-BE49-F238E27FC236}">
                <a16:creationId xmlns:a16="http://schemas.microsoft.com/office/drawing/2014/main" id="{19771C4E-4EFD-7434-45CE-8670DD1F4AF2}"/>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9501C6B2-C679-1C43-855A-E25BBADCD022}" type="datetimeFigureOut">
              <a:rPr lang="en-GB"/>
              <a:pPr>
                <a:defRPr/>
              </a:pPr>
              <a:t>09/02/2026</a:t>
            </a:fld>
            <a:endParaRPr lang="en-GB"/>
          </a:p>
        </p:txBody>
      </p:sp>
      <p:sp>
        <p:nvSpPr>
          <p:cNvPr id="4" name="Slide Image Placeholder 3">
            <a:extLst>
              <a:ext uri="{FF2B5EF4-FFF2-40B4-BE49-F238E27FC236}">
                <a16:creationId xmlns:a16="http://schemas.microsoft.com/office/drawing/2014/main" id="{0123105C-7BA5-75C9-4B04-5E2267BF0C1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a:extLst>
              <a:ext uri="{FF2B5EF4-FFF2-40B4-BE49-F238E27FC236}">
                <a16:creationId xmlns:a16="http://schemas.microsoft.com/office/drawing/2014/main" id="{B439333C-C654-E1EB-3D31-18896DED92D6}"/>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a:extLst>
              <a:ext uri="{FF2B5EF4-FFF2-40B4-BE49-F238E27FC236}">
                <a16:creationId xmlns:a16="http://schemas.microsoft.com/office/drawing/2014/main" id="{E5894CE1-ED67-E3E3-5E40-C8514E699F4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GB"/>
          </a:p>
        </p:txBody>
      </p:sp>
      <p:sp>
        <p:nvSpPr>
          <p:cNvPr id="7" name="Slide Number Placeholder 6">
            <a:extLst>
              <a:ext uri="{FF2B5EF4-FFF2-40B4-BE49-F238E27FC236}">
                <a16:creationId xmlns:a16="http://schemas.microsoft.com/office/drawing/2014/main" id="{95213871-53BA-A52B-A152-00C207E9B1DF}"/>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870270AD-AF96-2142-B3A5-6B373BE8DC57}" type="slidenum">
              <a:rPr lang="en-GB"/>
              <a:pPr>
                <a:defRPr/>
              </a:pPr>
              <a:t>‹#›</a:t>
            </a:fld>
            <a:endParaRPr lang="en-GB"/>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600" kern="1200">
        <a:solidFill>
          <a:schemeClr val="tx1"/>
        </a:solidFill>
        <a:latin typeface="+mn-lt"/>
        <a:ea typeface="+mn-ea"/>
        <a:cs typeface="+mn-cs"/>
      </a:defRPr>
    </a:lvl1pPr>
    <a:lvl2pPr marL="228600" algn="l" rtl="0" fontAlgn="base">
      <a:spcBef>
        <a:spcPct val="30000"/>
      </a:spcBef>
      <a:spcAft>
        <a:spcPct val="0"/>
      </a:spcAft>
      <a:defRPr sz="600" kern="1200">
        <a:solidFill>
          <a:schemeClr val="tx1"/>
        </a:solidFill>
        <a:latin typeface="+mn-lt"/>
        <a:ea typeface="+mn-ea"/>
        <a:cs typeface="+mn-cs"/>
      </a:defRPr>
    </a:lvl2pPr>
    <a:lvl3pPr marL="457200" algn="l" rtl="0" fontAlgn="base">
      <a:spcBef>
        <a:spcPct val="30000"/>
      </a:spcBef>
      <a:spcAft>
        <a:spcPct val="0"/>
      </a:spcAft>
      <a:defRPr sz="600" kern="1200">
        <a:solidFill>
          <a:schemeClr val="tx1"/>
        </a:solidFill>
        <a:latin typeface="+mn-lt"/>
        <a:ea typeface="+mn-ea"/>
        <a:cs typeface="+mn-cs"/>
      </a:defRPr>
    </a:lvl3pPr>
    <a:lvl4pPr marL="685800" algn="l" rtl="0" fontAlgn="base">
      <a:spcBef>
        <a:spcPct val="30000"/>
      </a:spcBef>
      <a:spcAft>
        <a:spcPct val="0"/>
      </a:spcAft>
      <a:defRPr sz="600" kern="1200">
        <a:solidFill>
          <a:schemeClr val="tx1"/>
        </a:solidFill>
        <a:latin typeface="+mn-lt"/>
        <a:ea typeface="+mn-ea"/>
        <a:cs typeface="+mn-cs"/>
      </a:defRPr>
    </a:lvl4pPr>
    <a:lvl5pPr marL="914400" algn="l" rtl="0" fontAlgn="base">
      <a:spcBef>
        <a:spcPct val="30000"/>
      </a:spcBef>
      <a:spcAft>
        <a:spcPct val="0"/>
      </a:spcAft>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56E5A-2C73-60C5-D231-1BF47D4CCA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2A194F-3C62-B661-2543-9E8044048F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2E5A69-33A9-4E0A-2DD6-EFC5B80514E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D80525B-44CC-A683-C187-8DA5EC486955}"/>
              </a:ext>
            </a:extLst>
          </p:cNvPr>
          <p:cNvSpPr>
            <a:spLocks noGrp="1"/>
          </p:cNvSpPr>
          <p:nvPr>
            <p:ph type="sldNum" sz="quarter" idx="5"/>
          </p:nvPr>
        </p:nvSpPr>
        <p:spPr/>
        <p:txBody>
          <a:bodyPr/>
          <a:lstStyle/>
          <a:p>
            <a:pPr>
              <a:defRPr/>
            </a:pPr>
            <a:fld id="{870270AD-AF96-2142-B3A5-6B373BE8DC57}" type="slidenum">
              <a:rPr lang="en-GB" smtClean="0"/>
              <a:pPr>
                <a:defRPr/>
              </a:pPr>
              <a:t>8</a:t>
            </a:fld>
            <a:endParaRPr lang="en-GB"/>
          </a:p>
        </p:txBody>
      </p:sp>
    </p:spTree>
    <p:extLst>
      <p:ext uri="{BB962C8B-B14F-4D97-AF65-F5344CB8AC3E}">
        <p14:creationId xmlns:p14="http://schemas.microsoft.com/office/powerpoint/2010/main" val="3656247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870270AD-AF96-2142-B3A5-6B373BE8DC57}" type="slidenum">
              <a:rPr lang="en-GB" smtClean="0"/>
              <a:pPr>
                <a:defRPr/>
              </a:pPr>
              <a:t>10</a:t>
            </a:fld>
            <a:endParaRPr lang="en-GB"/>
          </a:p>
        </p:txBody>
      </p:sp>
    </p:spTree>
    <p:extLst>
      <p:ext uri="{BB962C8B-B14F-4D97-AF65-F5344CB8AC3E}">
        <p14:creationId xmlns:p14="http://schemas.microsoft.com/office/powerpoint/2010/main" val="1886080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870270AD-AF96-2142-B3A5-6B373BE8DC57}" type="slidenum">
              <a:rPr lang="en-GB" smtClean="0"/>
              <a:pPr>
                <a:defRPr/>
              </a:pPr>
              <a:t>11</a:t>
            </a:fld>
            <a:endParaRPr lang="en-GB"/>
          </a:p>
        </p:txBody>
      </p:sp>
    </p:spTree>
    <p:extLst>
      <p:ext uri="{BB962C8B-B14F-4D97-AF65-F5344CB8AC3E}">
        <p14:creationId xmlns:p14="http://schemas.microsoft.com/office/powerpoint/2010/main" val="2900869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rgbClr val="153E64"/>
        </a:solidFill>
        <a:effectLst/>
      </p:bgPr>
    </p:bg>
    <p:spTree>
      <p:nvGrpSpPr>
        <p:cNvPr id="1" name=""/>
        <p:cNvGrpSpPr/>
        <p:nvPr/>
      </p:nvGrpSpPr>
      <p:grpSpPr>
        <a:xfrm>
          <a:off x="0" y="0"/>
          <a:ext cx="0" cy="0"/>
          <a:chOff x="0" y="0"/>
          <a:chExt cx="0" cy="0"/>
        </a:xfrm>
      </p:grpSpPr>
      <p:sp>
        <p:nvSpPr>
          <p:cNvPr id="3" name="Freeform 8">
            <a:extLst>
              <a:ext uri="{FF2B5EF4-FFF2-40B4-BE49-F238E27FC236}">
                <a16:creationId xmlns:a16="http://schemas.microsoft.com/office/drawing/2014/main" id="{BFED64A8-66B5-2A25-36A1-D9B0ACBD6C10}"/>
              </a:ext>
            </a:extLst>
          </p:cNvPr>
          <p:cNvSpPr/>
          <p:nvPr/>
        </p:nvSpPr>
        <p:spPr>
          <a:xfrm>
            <a:off x="0" y="0"/>
            <a:ext cx="9144000" cy="2239165"/>
          </a:xfrm>
          <a:custGeom>
            <a:avLst/>
            <a:gdLst/>
            <a:ahLst/>
            <a:cxnLst/>
            <a:rect l="l" t="t" r="r" b="b"/>
            <a:pathLst>
              <a:path w="24136232" h="5241907">
                <a:moveTo>
                  <a:pt x="0" y="0"/>
                </a:moveTo>
                <a:lnTo>
                  <a:pt x="24136231" y="0"/>
                </a:lnTo>
                <a:lnTo>
                  <a:pt x="24136231" y="5241906"/>
                </a:lnTo>
                <a:lnTo>
                  <a:pt x="0" y="5241906"/>
                </a:lnTo>
                <a:lnTo>
                  <a:pt x="0" y="0"/>
                </a:lnTo>
                <a:close/>
              </a:path>
            </a:pathLst>
          </a:custGeom>
          <a:blipFill>
            <a:blip r:embed="rId2"/>
            <a:stretch>
              <a:fillRect l="-24276" t="-17050" r="-25594" b="-1"/>
            </a:stretch>
          </a:blipFill>
        </p:spPr>
        <p:txBody>
          <a:bodyPr/>
          <a:lstStyle/>
          <a:p>
            <a:pPr eaLnBrk="1" fontAlgn="auto" hangingPunct="1">
              <a:spcBef>
                <a:spcPts val="0"/>
              </a:spcBef>
              <a:spcAft>
                <a:spcPts val="0"/>
              </a:spcAft>
              <a:defRPr/>
            </a:pPr>
            <a:endParaRPr lang="en-GB">
              <a:latin typeface="+mn-lt"/>
            </a:endParaRPr>
          </a:p>
        </p:txBody>
      </p:sp>
      <p:sp>
        <p:nvSpPr>
          <p:cNvPr id="4" name="Freeform 3">
            <a:extLst>
              <a:ext uri="{FF2B5EF4-FFF2-40B4-BE49-F238E27FC236}">
                <a16:creationId xmlns:a16="http://schemas.microsoft.com/office/drawing/2014/main" id="{8E846DBF-3296-D6AE-E603-0B5D803FCA46}"/>
              </a:ext>
            </a:extLst>
          </p:cNvPr>
          <p:cNvSpPr>
            <a:spLocks/>
          </p:cNvSpPr>
          <p:nvPr/>
        </p:nvSpPr>
        <p:spPr bwMode="auto">
          <a:xfrm>
            <a:off x="7580313" y="209550"/>
            <a:ext cx="1144588" cy="392113"/>
          </a:xfrm>
          <a:custGeom>
            <a:avLst/>
            <a:gdLst>
              <a:gd name="T0" fmla="*/ 103367 w 863729"/>
              <a:gd name="T1" fmla="*/ 0 h 206735"/>
              <a:gd name="T2" fmla="*/ 760362 w 863729"/>
              <a:gd name="T3" fmla="*/ 0 h 206735"/>
              <a:gd name="T4" fmla="*/ 833453 w 863729"/>
              <a:gd name="T5" fmla="*/ 30276 h 206735"/>
              <a:gd name="T6" fmla="*/ 863729 w 863729"/>
              <a:gd name="T7" fmla="*/ 103367 h 206735"/>
              <a:gd name="T8" fmla="*/ 863729 w 863729"/>
              <a:gd name="T9" fmla="*/ 103367 h 206735"/>
              <a:gd name="T10" fmla="*/ 833453 w 863729"/>
              <a:gd name="T11" fmla="*/ 176459 h 206735"/>
              <a:gd name="T12" fmla="*/ 760362 w 863729"/>
              <a:gd name="T13" fmla="*/ 206735 h 206735"/>
              <a:gd name="T14" fmla="*/ 103367 w 863729"/>
              <a:gd name="T15" fmla="*/ 206735 h 206735"/>
              <a:gd name="T16" fmla="*/ 30276 w 863729"/>
              <a:gd name="T17" fmla="*/ 176459 h 206735"/>
              <a:gd name="T18" fmla="*/ 0 w 863729"/>
              <a:gd name="T19" fmla="*/ 103367 h 206735"/>
              <a:gd name="T20" fmla="*/ 0 w 863729"/>
              <a:gd name="T21" fmla="*/ 103367 h 206735"/>
              <a:gd name="T22" fmla="*/ 30276 w 863729"/>
              <a:gd name="T23" fmla="*/ 30276 h 206735"/>
              <a:gd name="T24" fmla="*/ 103367 w 863729"/>
              <a:gd name="T25" fmla="*/ 0 h 206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3729" h="206735">
                <a:moveTo>
                  <a:pt x="103367" y="0"/>
                </a:moveTo>
                <a:lnTo>
                  <a:pt x="760362" y="0"/>
                </a:lnTo>
                <a:cubicBezTo>
                  <a:pt x="787776" y="0"/>
                  <a:pt x="814068" y="10890"/>
                  <a:pt x="833453" y="30276"/>
                </a:cubicBezTo>
                <a:cubicBezTo>
                  <a:pt x="852838" y="49661"/>
                  <a:pt x="863729" y="75953"/>
                  <a:pt x="863729" y="103367"/>
                </a:cubicBezTo>
                <a:cubicBezTo>
                  <a:pt x="863729" y="130782"/>
                  <a:pt x="852838" y="157074"/>
                  <a:pt x="833453" y="176459"/>
                </a:cubicBezTo>
                <a:cubicBezTo>
                  <a:pt x="814068" y="195844"/>
                  <a:pt x="787776" y="206735"/>
                  <a:pt x="760362" y="206735"/>
                </a:cubicBezTo>
                <a:lnTo>
                  <a:pt x="103367" y="206735"/>
                </a:lnTo>
                <a:cubicBezTo>
                  <a:pt x="75953" y="206735"/>
                  <a:pt x="49661" y="195844"/>
                  <a:pt x="30276" y="176459"/>
                </a:cubicBezTo>
                <a:cubicBezTo>
                  <a:pt x="10890" y="157074"/>
                  <a:pt x="0" y="130782"/>
                  <a:pt x="0" y="103367"/>
                </a:cubicBezTo>
                <a:cubicBezTo>
                  <a:pt x="0" y="75953"/>
                  <a:pt x="10890" y="49661"/>
                  <a:pt x="30276" y="30276"/>
                </a:cubicBezTo>
                <a:cubicBezTo>
                  <a:pt x="49661" y="10890"/>
                  <a:pt x="75953" y="0"/>
                  <a:pt x="103367" y="0"/>
                </a:cubicBezTo>
                <a:close/>
              </a:path>
            </a:pathLst>
          </a:custGeom>
          <a:solidFill>
            <a:srgbClr val="FFC10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 name="Freeform 9">
            <a:extLst>
              <a:ext uri="{FF2B5EF4-FFF2-40B4-BE49-F238E27FC236}">
                <a16:creationId xmlns:a16="http://schemas.microsoft.com/office/drawing/2014/main" id="{C6C29790-9D6C-6EC0-F36B-F1269D553E53}"/>
              </a:ext>
            </a:extLst>
          </p:cNvPr>
          <p:cNvSpPr/>
          <p:nvPr/>
        </p:nvSpPr>
        <p:spPr>
          <a:xfrm>
            <a:off x="0" y="3268009"/>
            <a:ext cx="9144000" cy="1870234"/>
          </a:xfrm>
          <a:custGeom>
            <a:avLst/>
            <a:gdLst/>
            <a:ahLst/>
            <a:cxnLst/>
            <a:rect l="l" t="t" r="r" b="b"/>
            <a:pathLst>
              <a:path w="20696700" h="4886325">
                <a:moveTo>
                  <a:pt x="0" y="0"/>
                </a:moveTo>
                <a:lnTo>
                  <a:pt x="20696701" y="0"/>
                </a:lnTo>
                <a:lnTo>
                  <a:pt x="20696701" y="4886325"/>
                </a:lnTo>
                <a:lnTo>
                  <a:pt x="0" y="4886325"/>
                </a:lnTo>
                <a:lnTo>
                  <a:pt x="0" y="0"/>
                </a:lnTo>
                <a:close/>
              </a:path>
            </a:pathLst>
          </a:custGeom>
          <a:blipFill>
            <a:blip r:embed="rId3"/>
            <a:stretch>
              <a:fillRect l="-2958" t="-851" r="-10212" b="-31484"/>
            </a:stretch>
          </a:blipFill>
        </p:spPr>
        <p:txBody>
          <a:bodyPr/>
          <a:lstStyle/>
          <a:p>
            <a:pPr eaLnBrk="1" fontAlgn="auto" hangingPunct="1">
              <a:spcBef>
                <a:spcPts val="0"/>
              </a:spcBef>
              <a:spcAft>
                <a:spcPts val="0"/>
              </a:spcAft>
              <a:defRPr/>
            </a:pPr>
            <a:endParaRPr lang="en-GB">
              <a:latin typeface="+mn-lt"/>
            </a:endParaRPr>
          </a:p>
        </p:txBody>
      </p:sp>
      <p:sp>
        <p:nvSpPr>
          <p:cNvPr id="6" name="TextBox 4">
            <a:extLst>
              <a:ext uri="{FF2B5EF4-FFF2-40B4-BE49-F238E27FC236}">
                <a16:creationId xmlns:a16="http://schemas.microsoft.com/office/drawing/2014/main" id="{E3A6629A-738E-01C2-61A3-56097261F321}"/>
              </a:ext>
            </a:extLst>
          </p:cNvPr>
          <p:cNvSpPr txBox="1">
            <a:spLocks noChangeArrowheads="1"/>
          </p:cNvSpPr>
          <p:nvPr/>
        </p:nvSpPr>
        <p:spPr bwMode="auto">
          <a:xfrm>
            <a:off x="7085013" y="100807"/>
            <a:ext cx="1639888" cy="500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5400" tIns="25400" rIns="25400" bIns="254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sp>
        <p:nvSpPr>
          <p:cNvPr id="7" name="Freeform 6">
            <a:extLst>
              <a:ext uri="{FF2B5EF4-FFF2-40B4-BE49-F238E27FC236}">
                <a16:creationId xmlns:a16="http://schemas.microsoft.com/office/drawing/2014/main" id="{81440DBD-A939-E4B1-7A47-180E4380F09B}"/>
              </a:ext>
            </a:extLst>
          </p:cNvPr>
          <p:cNvSpPr>
            <a:spLocks/>
          </p:cNvSpPr>
          <p:nvPr/>
        </p:nvSpPr>
        <p:spPr bwMode="auto">
          <a:xfrm>
            <a:off x="7752557" y="345282"/>
            <a:ext cx="120650" cy="120650"/>
          </a:xfrm>
          <a:custGeom>
            <a:avLst/>
            <a:gdLst>
              <a:gd name="T0" fmla="*/ 406400 w 812800"/>
              <a:gd name="T1" fmla="*/ 0 h 812800"/>
              <a:gd name="T2" fmla="*/ 0 w 812800"/>
              <a:gd name="T3" fmla="*/ 406400 h 812800"/>
              <a:gd name="T4" fmla="*/ 406400 w 812800"/>
              <a:gd name="T5" fmla="*/ 812800 h 812800"/>
              <a:gd name="T6" fmla="*/ 812800 w 812800"/>
              <a:gd name="T7" fmla="*/ 406400 h 812800"/>
              <a:gd name="T8" fmla="*/ 406400 w 812800"/>
              <a:gd name="T9" fmla="*/ 0 h 812800"/>
            </a:gdLst>
            <a:ahLst/>
            <a:cxnLst>
              <a:cxn ang="0">
                <a:pos x="T0" y="T1"/>
              </a:cxn>
              <a:cxn ang="0">
                <a:pos x="T2" y="T3"/>
              </a:cxn>
              <a:cxn ang="0">
                <a:pos x="T4" y="T5"/>
              </a:cxn>
              <a:cxn ang="0">
                <a:pos x="T6" y="T7"/>
              </a:cxn>
              <a:cxn ang="0">
                <a:pos x="T8" y="T9"/>
              </a:cxn>
            </a:cxnLst>
            <a:rect l="0" t="0"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 name="Freeform 10">
            <a:extLst>
              <a:ext uri="{FF2B5EF4-FFF2-40B4-BE49-F238E27FC236}">
                <a16:creationId xmlns:a16="http://schemas.microsoft.com/office/drawing/2014/main" id="{EF23487E-EC95-092D-F935-551CDF90A5DB}"/>
              </a:ext>
            </a:extLst>
          </p:cNvPr>
          <p:cNvSpPr>
            <a:spLocks/>
          </p:cNvSpPr>
          <p:nvPr/>
        </p:nvSpPr>
        <p:spPr bwMode="auto">
          <a:xfrm>
            <a:off x="7493794" y="4199732"/>
            <a:ext cx="1345406" cy="848519"/>
          </a:xfrm>
          <a:custGeom>
            <a:avLst/>
            <a:gdLst>
              <a:gd name="T0" fmla="*/ 0 w 2690068"/>
              <a:gd name="T1" fmla="*/ 0 h 1696840"/>
              <a:gd name="T2" fmla="*/ 2690068 w 2690068"/>
              <a:gd name="T3" fmla="*/ 0 h 1696840"/>
              <a:gd name="T4" fmla="*/ 2690068 w 2690068"/>
              <a:gd name="T5" fmla="*/ 1696839 h 1696840"/>
              <a:gd name="T6" fmla="*/ 0 w 2690068"/>
              <a:gd name="T7" fmla="*/ 1696839 h 1696840"/>
              <a:gd name="T8" fmla="*/ 0 w 2690068"/>
              <a:gd name="T9" fmla="*/ 0 h 1696840"/>
            </a:gdLst>
            <a:ahLst/>
            <a:cxnLst>
              <a:cxn ang="0">
                <a:pos x="T0" y="T1"/>
              </a:cxn>
              <a:cxn ang="0">
                <a:pos x="T2" y="T3"/>
              </a:cxn>
              <a:cxn ang="0">
                <a:pos x="T4" y="T5"/>
              </a:cxn>
              <a:cxn ang="0">
                <a:pos x="T6" y="T7"/>
              </a:cxn>
              <a:cxn ang="0">
                <a:pos x="T8" y="T9"/>
              </a:cxn>
            </a:cxnLst>
            <a:rect l="0" t="0" r="r" b="b"/>
            <a:pathLst>
              <a:path w="2690068" h="1696840">
                <a:moveTo>
                  <a:pt x="0" y="0"/>
                </a:moveTo>
                <a:lnTo>
                  <a:pt x="2690068" y="0"/>
                </a:lnTo>
                <a:lnTo>
                  <a:pt x="2690068" y="1696839"/>
                </a:lnTo>
                <a:lnTo>
                  <a:pt x="0" y="1696839"/>
                </a:lnTo>
                <a:lnTo>
                  <a:pt x="0" y="0"/>
                </a:lnTo>
                <a:close/>
              </a:path>
            </a:pathLst>
          </a:cu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 name="Text Placeholder 23"/>
          <p:cNvSpPr>
            <a:spLocks noGrp="1"/>
          </p:cNvSpPr>
          <p:nvPr>
            <p:ph type="body" sz="quarter" idx="13"/>
          </p:nvPr>
        </p:nvSpPr>
        <p:spPr>
          <a:xfrm>
            <a:off x="427988" y="4748949"/>
            <a:ext cx="1819913" cy="273844"/>
          </a:xfrm>
        </p:spPr>
        <p:txBody>
          <a:bodyPr/>
          <a:lstStyle>
            <a:lvl1pPr marL="0" indent="0" algn="l" defTabSz="457200" rtl="0" eaLnBrk="1" latinLnBrk="0" hangingPunct="1">
              <a:lnSpc>
                <a:spcPct val="100000"/>
              </a:lnSpc>
              <a:buNone/>
              <a:defRPr lang="en-US" sz="900" kern="1200" dirty="0" smtClean="0">
                <a:solidFill>
                  <a:srgbClr val="FFFFFE"/>
                </a:solidFill>
                <a:latin typeface="Poppins"/>
                <a:ea typeface="Poppins"/>
                <a:cs typeface="Poppins"/>
              </a:defRPr>
            </a:lvl1pPr>
            <a:lvl2pPr marL="0" indent="0" algn="l" defTabSz="457200" rtl="0" eaLnBrk="1" latinLnBrk="0" hangingPunct="1">
              <a:lnSpc>
                <a:spcPts val="1260"/>
              </a:lnSpc>
              <a:buNone/>
              <a:defRPr lang="en-US" sz="900" kern="1200" dirty="0" smtClean="0">
                <a:solidFill>
                  <a:srgbClr val="FFFFFE"/>
                </a:solidFill>
                <a:latin typeface="Poppins"/>
                <a:ea typeface="Poppins"/>
                <a:cs typeface="Poppins"/>
              </a:defRPr>
            </a:lvl2pPr>
            <a:lvl3pPr marL="0" indent="0" algn="l" defTabSz="457200" rtl="0" eaLnBrk="1" latinLnBrk="0" hangingPunct="1">
              <a:lnSpc>
                <a:spcPts val="1260"/>
              </a:lnSpc>
              <a:buNone/>
              <a:defRPr lang="en-US" sz="900" kern="1200" dirty="0" smtClean="0">
                <a:solidFill>
                  <a:srgbClr val="FFFFFE"/>
                </a:solidFill>
                <a:latin typeface="Poppins"/>
                <a:ea typeface="Poppins"/>
                <a:cs typeface="Poppins"/>
              </a:defRPr>
            </a:lvl3pPr>
            <a:lvl4pPr marL="0" indent="0" algn="l" defTabSz="457200" rtl="0" eaLnBrk="1" latinLnBrk="0" hangingPunct="1">
              <a:lnSpc>
                <a:spcPts val="1260"/>
              </a:lnSpc>
              <a:buNone/>
              <a:defRPr lang="en-US" sz="900" kern="1200" dirty="0" smtClean="0">
                <a:solidFill>
                  <a:srgbClr val="FFFFFE"/>
                </a:solidFill>
                <a:latin typeface="Poppins"/>
                <a:ea typeface="Poppins"/>
                <a:cs typeface="Poppins"/>
              </a:defRPr>
            </a:lvl4pPr>
            <a:lvl5pPr marL="0" indent="0" algn="l" defTabSz="457200" rtl="0" eaLnBrk="1" latinLnBrk="0" hangingPunct="1">
              <a:lnSpc>
                <a:spcPts val="1260"/>
              </a:lnSpc>
              <a:buNone/>
              <a:defRPr lang="en-GB" sz="900" kern="1200" dirty="0">
                <a:solidFill>
                  <a:srgbClr val="FFFFFE"/>
                </a:solidFill>
                <a:latin typeface="Poppins"/>
                <a:ea typeface="Poppins"/>
                <a:cs typeface="Poppins"/>
              </a:defRPr>
            </a:lvl5pPr>
          </a:lstStyle>
          <a:p>
            <a:pPr lvl="0"/>
            <a:r>
              <a:rPr lang="en-GB"/>
              <a:t>Click to edit Master text styles</a:t>
            </a:r>
          </a:p>
        </p:txBody>
      </p:sp>
      <p:sp>
        <p:nvSpPr>
          <p:cNvPr id="22" name="Subtitle 2"/>
          <p:cNvSpPr>
            <a:spLocks noGrp="1"/>
          </p:cNvSpPr>
          <p:nvPr>
            <p:ph type="subTitle" idx="1"/>
          </p:nvPr>
        </p:nvSpPr>
        <p:spPr>
          <a:xfrm>
            <a:off x="427987" y="3085276"/>
            <a:ext cx="7122465" cy="858074"/>
          </a:xfrm>
        </p:spPr>
        <p:txBody>
          <a:bodyPr>
            <a:normAutofit/>
          </a:bodyPr>
          <a:lstStyle>
            <a:lvl1pPr marL="0" indent="0" algn="l">
              <a:lnSpc>
                <a:spcPct val="100000"/>
              </a:lnSpc>
              <a:buNone/>
              <a:defRPr lang="en-GB" sz="3349" kern="1200" dirty="0">
                <a:solidFill>
                  <a:srgbClr val="FFC102"/>
                </a:solidFill>
                <a:latin typeface="Poppins"/>
                <a:ea typeface="Poppins"/>
                <a:cs typeface="Poppins"/>
              </a:defRPr>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en-GB"/>
              <a:t>Click to edit Master subtitle style</a:t>
            </a:r>
          </a:p>
        </p:txBody>
      </p:sp>
      <p:sp>
        <p:nvSpPr>
          <p:cNvPr id="2" name="Title 1"/>
          <p:cNvSpPr>
            <a:spLocks noGrp="1"/>
          </p:cNvSpPr>
          <p:nvPr>
            <p:ph type="title"/>
          </p:nvPr>
        </p:nvSpPr>
        <p:spPr>
          <a:xfrm>
            <a:off x="427987" y="1220301"/>
            <a:ext cx="7122465" cy="1864976"/>
          </a:xfrm>
        </p:spPr>
        <p:txBody>
          <a:bodyPr anchor="b">
            <a:normAutofit/>
          </a:bodyPr>
          <a:lstStyle>
            <a:lvl1pPr>
              <a:lnSpc>
                <a:spcPct val="100000"/>
              </a:lnSpc>
              <a:defRPr lang="en-GB" sz="4650" kern="1200" dirty="0">
                <a:solidFill>
                  <a:srgbClr val="FFFFFF"/>
                </a:solidFill>
                <a:latin typeface="+mj-lt"/>
                <a:ea typeface="Poppins"/>
                <a:cs typeface="Poppins"/>
              </a:defRPr>
            </a:lvl1pPr>
          </a:lstStyle>
          <a:p>
            <a:r>
              <a:rPr lang="en-GB"/>
              <a:t>Click to edit Master title style</a:t>
            </a:r>
          </a:p>
        </p:txBody>
      </p:sp>
      <p:sp>
        <p:nvSpPr>
          <p:cNvPr id="10" name="Date Placeholder 2">
            <a:extLst>
              <a:ext uri="{FF2B5EF4-FFF2-40B4-BE49-F238E27FC236}">
                <a16:creationId xmlns:a16="http://schemas.microsoft.com/office/drawing/2014/main" id="{BBFD2FBD-A748-DD69-3DC9-9B0625227FD4}"/>
              </a:ext>
            </a:extLst>
          </p:cNvPr>
          <p:cNvSpPr>
            <a:spLocks noGrp="1"/>
          </p:cNvSpPr>
          <p:nvPr>
            <p:ph type="dt" sz="half" idx="14"/>
          </p:nvPr>
        </p:nvSpPr>
        <p:spPr>
          <a:xfrm>
            <a:off x="8045450" y="273844"/>
            <a:ext cx="565150" cy="273844"/>
          </a:xfrm>
        </p:spPr>
        <p:txBody>
          <a:bodyPr tIns="0" bIns="0"/>
          <a:lstStyle>
            <a:lvl1pPr>
              <a:lnSpc>
                <a:spcPct val="100000"/>
              </a:lnSpc>
              <a:defRPr lang="en-GB" sz="1050" kern="1200" smtClean="0">
                <a:solidFill>
                  <a:srgbClr val="0D0D0D"/>
                </a:solidFill>
                <a:latin typeface="Poppins"/>
                <a:ea typeface="Poppins"/>
                <a:cs typeface="Poppins"/>
              </a:defRPr>
            </a:lvl1pPr>
          </a:lstStyle>
          <a:p>
            <a:pPr>
              <a:defRPr/>
            </a:pPr>
            <a:fld id="{EBD8AACF-A32D-3346-BB1E-941A3307CEA7}" type="datetimeyyyy">
              <a:rPr lang="en-US"/>
              <a:pPr>
                <a:defRPr/>
              </a:pPr>
              <a:t>2026</a:t>
            </a:fld>
            <a:endParaRPr lang="en-US"/>
          </a:p>
        </p:txBody>
      </p:sp>
    </p:spTree>
    <p:extLst>
      <p:ext uri="{BB962C8B-B14F-4D97-AF65-F5344CB8AC3E}">
        <p14:creationId xmlns:p14="http://schemas.microsoft.com/office/powerpoint/2010/main" val="3878222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Quote">
    <p:bg>
      <p:bgPr>
        <a:solidFill>
          <a:srgbClr val="153E64"/>
        </a:solidFill>
        <a:effectLst/>
      </p:bgPr>
    </p:bg>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08855F55-01FD-5E8E-FA7B-90EFF885EC26}"/>
              </a:ext>
            </a:extLst>
          </p:cNvPr>
          <p:cNvSpPr/>
          <p:nvPr/>
        </p:nvSpPr>
        <p:spPr>
          <a:xfrm>
            <a:off x="0" y="3407570"/>
            <a:ext cx="9144000" cy="1735931"/>
          </a:xfrm>
          <a:custGeom>
            <a:avLst/>
            <a:gdLst/>
            <a:ahLst/>
            <a:cxnLst/>
            <a:rect l="l" t="t" r="r" b="b"/>
            <a:pathLst>
              <a:path w="20696700" h="4886325">
                <a:moveTo>
                  <a:pt x="0" y="0"/>
                </a:moveTo>
                <a:lnTo>
                  <a:pt x="20696700" y="0"/>
                </a:lnTo>
                <a:lnTo>
                  <a:pt x="20696700" y="4886324"/>
                </a:lnTo>
                <a:lnTo>
                  <a:pt x="0" y="4886324"/>
                </a:lnTo>
                <a:lnTo>
                  <a:pt x="0" y="0"/>
                </a:lnTo>
                <a:close/>
              </a:path>
            </a:pathLst>
          </a:custGeom>
          <a:blipFill>
            <a:blip r:embed="rId2"/>
            <a:stretch>
              <a:fillRect l="-3244" t="-917" r="-9928" b="-41656"/>
            </a:stretch>
          </a:blipFill>
        </p:spPr>
        <p:txBody>
          <a:bodyPr/>
          <a:lstStyle/>
          <a:p>
            <a:pPr eaLnBrk="1" fontAlgn="auto" hangingPunct="1">
              <a:spcBef>
                <a:spcPts val="0"/>
              </a:spcBef>
              <a:spcAft>
                <a:spcPts val="0"/>
              </a:spcAft>
              <a:defRPr/>
            </a:pPr>
            <a:endParaRPr lang="en-GB">
              <a:latin typeface="+mn-lt"/>
            </a:endParaRPr>
          </a:p>
        </p:txBody>
      </p:sp>
      <p:sp>
        <p:nvSpPr>
          <p:cNvPr id="3" name="Freeform 2">
            <a:extLst>
              <a:ext uri="{FF2B5EF4-FFF2-40B4-BE49-F238E27FC236}">
                <a16:creationId xmlns:a16="http://schemas.microsoft.com/office/drawing/2014/main" id="{9889B592-C555-5260-7223-DCB0F87B5E58}"/>
              </a:ext>
            </a:extLst>
          </p:cNvPr>
          <p:cNvSpPr/>
          <p:nvPr/>
        </p:nvSpPr>
        <p:spPr>
          <a:xfrm rot="13952787">
            <a:off x="2517014" y="-853878"/>
            <a:ext cx="8373520" cy="5185345"/>
          </a:xfrm>
          <a:custGeom>
            <a:avLst/>
            <a:gdLst/>
            <a:ahLst/>
            <a:cxnLst/>
            <a:rect l="l" t="t" r="r" b="b"/>
            <a:pathLst>
              <a:path w="20219053" h="10370689">
                <a:moveTo>
                  <a:pt x="0" y="0"/>
                </a:moveTo>
                <a:lnTo>
                  <a:pt x="20219053" y="0"/>
                </a:lnTo>
                <a:lnTo>
                  <a:pt x="20219053" y="10370689"/>
                </a:lnTo>
                <a:lnTo>
                  <a:pt x="0" y="10370689"/>
                </a:lnTo>
                <a:lnTo>
                  <a:pt x="0" y="0"/>
                </a:lnTo>
                <a:close/>
              </a:path>
            </a:pathLst>
          </a:custGeom>
          <a:blipFill>
            <a:blip r:embed="rId3">
              <a:alphaModFix amt="15000"/>
            </a:blip>
            <a:stretch>
              <a:fillRect l="-13396" r="-7336"/>
            </a:stretch>
          </a:blipFill>
        </p:spPr>
        <p:txBody>
          <a:bodyPr/>
          <a:lstStyle/>
          <a:p>
            <a:pPr eaLnBrk="1" fontAlgn="auto" hangingPunct="1">
              <a:spcBef>
                <a:spcPts val="0"/>
              </a:spcBef>
              <a:spcAft>
                <a:spcPts val="0"/>
              </a:spcAft>
              <a:defRPr/>
            </a:pPr>
            <a:endParaRPr lang="en-GB">
              <a:latin typeface="+mn-lt"/>
            </a:endParaRPr>
          </a:p>
        </p:txBody>
      </p:sp>
      <p:sp>
        <p:nvSpPr>
          <p:cNvPr id="4" name="Freeform 4">
            <a:extLst>
              <a:ext uri="{FF2B5EF4-FFF2-40B4-BE49-F238E27FC236}">
                <a16:creationId xmlns:a16="http://schemas.microsoft.com/office/drawing/2014/main" id="{53DA7A4A-B612-DA8E-AA12-3AC617777C9A}"/>
              </a:ext>
            </a:extLst>
          </p:cNvPr>
          <p:cNvSpPr>
            <a:spLocks/>
          </p:cNvSpPr>
          <p:nvPr/>
        </p:nvSpPr>
        <p:spPr bwMode="auto">
          <a:xfrm>
            <a:off x="419100" y="0"/>
            <a:ext cx="1345407" cy="848519"/>
          </a:xfrm>
          <a:custGeom>
            <a:avLst/>
            <a:gdLst>
              <a:gd name="T0" fmla="*/ 0 w 2690068"/>
              <a:gd name="T1" fmla="*/ 0 h 1696840"/>
              <a:gd name="T2" fmla="*/ 2690068 w 2690068"/>
              <a:gd name="T3" fmla="*/ 0 h 1696840"/>
              <a:gd name="T4" fmla="*/ 2690068 w 2690068"/>
              <a:gd name="T5" fmla="*/ 1696840 h 1696840"/>
              <a:gd name="T6" fmla="*/ 0 w 2690068"/>
              <a:gd name="T7" fmla="*/ 1696840 h 1696840"/>
              <a:gd name="T8" fmla="*/ 0 w 2690068"/>
              <a:gd name="T9" fmla="*/ 0 h 1696840"/>
            </a:gdLst>
            <a:ahLst/>
            <a:cxnLst>
              <a:cxn ang="0">
                <a:pos x="T0" y="T1"/>
              </a:cxn>
              <a:cxn ang="0">
                <a:pos x="T2" y="T3"/>
              </a:cxn>
              <a:cxn ang="0">
                <a:pos x="T4" y="T5"/>
              </a:cxn>
              <a:cxn ang="0">
                <a:pos x="T6" y="T7"/>
              </a:cxn>
              <a:cxn ang="0">
                <a:pos x="T8" y="T9"/>
              </a:cxn>
            </a:cxnLst>
            <a:rect l="0" t="0" r="r" b="b"/>
            <a:pathLst>
              <a:path w="2690068" h="1696840">
                <a:moveTo>
                  <a:pt x="0" y="0"/>
                </a:moveTo>
                <a:lnTo>
                  <a:pt x="2690068" y="0"/>
                </a:lnTo>
                <a:lnTo>
                  <a:pt x="2690068" y="1696840"/>
                </a:lnTo>
                <a:lnTo>
                  <a:pt x="0" y="1696840"/>
                </a:lnTo>
                <a:lnTo>
                  <a:pt x="0" y="0"/>
                </a:lnTo>
                <a:close/>
              </a:path>
            </a:pathLst>
          </a:cu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 name="Slide Number Placeholder 5">
            <a:extLst>
              <a:ext uri="{FF2B5EF4-FFF2-40B4-BE49-F238E27FC236}">
                <a16:creationId xmlns:a16="http://schemas.microsoft.com/office/drawing/2014/main" id="{2B45795F-3DDF-0237-F0C3-4740600B3B14}"/>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t>www.cambridgecognition.com</a:t>
            </a:r>
          </a:p>
        </p:txBody>
      </p:sp>
      <p:sp>
        <p:nvSpPr>
          <p:cNvPr id="21" name="Title 20"/>
          <p:cNvSpPr>
            <a:spLocks noGrp="1"/>
          </p:cNvSpPr>
          <p:nvPr>
            <p:ph type="title"/>
          </p:nvPr>
        </p:nvSpPr>
        <p:spPr>
          <a:xfrm>
            <a:off x="1091617" y="1238251"/>
            <a:ext cx="6790293" cy="2552700"/>
          </a:xfrm>
        </p:spPr>
        <p:txBody>
          <a:bodyPr/>
          <a:lstStyle>
            <a:lvl1pPr algn="ctr">
              <a:lnSpc>
                <a:spcPct val="100000"/>
              </a:lnSpc>
              <a:defRPr lang="en-GB" sz="2400" kern="1200" dirty="0">
                <a:solidFill>
                  <a:schemeClr val="bg1"/>
                </a:solidFill>
                <a:latin typeface="+mn-lt"/>
                <a:ea typeface="Neue Montreal" panose="020B0604020202020204" charset="0"/>
                <a:cs typeface="Neue Montreal" panose="020B0604020202020204" charset="0"/>
              </a:defRPr>
            </a:lvl1pPr>
          </a:lstStyle>
          <a:p>
            <a:r>
              <a:rPr lang="en-GB"/>
              <a:t>Click to edit Master title style</a:t>
            </a:r>
          </a:p>
        </p:txBody>
      </p:sp>
      <p:sp>
        <p:nvSpPr>
          <p:cNvPr id="6" name="Slide Number Placeholder 5">
            <a:extLst>
              <a:ext uri="{FF2B5EF4-FFF2-40B4-BE49-F238E27FC236}">
                <a16:creationId xmlns:a16="http://schemas.microsoft.com/office/drawing/2014/main" id="{7D760B35-5E7E-7CEE-1164-33A2E6E44FD2}"/>
              </a:ext>
            </a:extLst>
          </p:cNvPr>
          <p:cNvSpPr>
            <a:spLocks noGrp="1"/>
          </p:cNvSpPr>
          <p:nvPr>
            <p:ph type="sldNum" sz="quarter" idx="10"/>
          </p:nvPr>
        </p:nvSpPr>
        <p:spPr>
          <a:xfrm>
            <a:off x="419100" y="4811713"/>
            <a:ext cx="4953000" cy="273844"/>
          </a:xfrm>
        </p:spPr>
        <p:txBody>
          <a:bodyPr/>
          <a:lstStyle>
            <a:lvl1pPr algn="l">
              <a:defRPr lang="en-GB" sz="600" kern="1200" smtClean="0">
                <a:solidFill>
                  <a:schemeClr val="accent3"/>
                </a:solidFill>
                <a:latin typeface="+mn-lt"/>
                <a:ea typeface="Neue Montreal"/>
                <a:cs typeface="Neue Montreal"/>
              </a:defRPr>
            </a:lvl1pPr>
          </a:lstStyle>
          <a:p>
            <a:pPr>
              <a:defRPr/>
            </a:pPr>
            <a:fld id="{16D10B82-C7F6-5646-8434-BC7D8BDF16B3}" type="slidenum">
              <a:rPr lang="en-US"/>
              <a:pPr>
                <a:defRPr/>
              </a:pPr>
              <a:t>‹#›</a:t>
            </a:fld>
            <a:r>
              <a:rPr lang="en-US"/>
              <a:t> | PRIVATE AND CONFIDENTIAL | © Cambridge Cognition </a:t>
            </a:r>
            <a:fld id="{3AD53894-0F87-7B4D-B0DE-8594365A1A3A}" type="datetimeyyyy">
              <a:rPr lang="en-US"/>
              <a:pPr>
                <a:defRPr/>
              </a:pPr>
              <a:t>2026</a:t>
            </a:fld>
            <a:r>
              <a:rPr lang="en-US"/>
              <a:t>. All rights reserved. </a:t>
            </a:r>
          </a:p>
        </p:txBody>
      </p:sp>
    </p:spTree>
    <p:extLst>
      <p:ext uri="{BB962C8B-B14F-4D97-AF65-F5344CB8AC3E}">
        <p14:creationId xmlns:p14="http://schemas.microsoft.com/office/powerpoint/2010/main" val="353673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Quote">
    <p:bg>
      <p:bgPr>
        <a:solidFill>
          <a:srgbClr val="153E64"/>
        </a:solidFill>
        <a:effectLst/>
      </p:bgPr>
    </p:bg>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20CCBB35-5B03-7F5B-8151-9C952DB3E227}"/>
              </a:ext>
            </a:extLst>
          </p:cNvPr>
          <p:cNvSpPr/>
          <p:nvPr/>
        </p:nvSpPr>
        <p:spPr>
          <a:xfrm>
            <a:off x="0" y="3407570"/>
            <a:ext cx="9144000" cy="1735931"/>
          </a:xfrm>
          <a:custGeom>
            <a:avLst/>
            <a:gdLst/>
            <a:ahLst/>
            <a:cxnLst/>
            <a:rect l="l" t="t" r="r" b="b"/>
            <a:pathLst>
              <a:path w="20696700" h="4886325">
                <a:moveTo>
                  <a:pt x="0" y="0"/>
                </a:moveTo>
                <a:lnTo>
                  <a:pt x="20696700" y="0"/>
                </a:lnTo>
                <a:lnTo>
                  <a:pt x="20696700" y="4886324"/>
                </a:lnTo>
                <a:lnTo>
                  <a:pt x="0" y="4886324"/>
                </a:lnTo>
                <a:lnTo>
                  <a:pt x="0" y="0"/>
                </a:lnTo>
                <a:close/>
              </a:path>
            </a:pathLst>
          </a:custGeom>
          <a:blipFill>
            <a:blip r:embed="rId2"/>
            <a:stretch>
              <a:fillRect l="-3244" t="-917" r="-9928" b="-41656"/>
            </a:stretch>
          </a:blipFill>
        </p:spPr>
        <p:txBody>
          <a:bodyPr/>
          <a:lstStyle/>
          <a:p>
            <a:pPr eaLnBrk="1" fontAlgn="auto" hangingPunct="1">
              <a:spcBef>
                <a:spcPts val="0"/>
              </a:spcBef>
              <a:spcAft>
                <a:spcPts val="0"/>
              </a:spcAft>
              <a:defRPr/>
            </a:pPr>
            <a:endParaRPr lang="en-GB">
              <a:latin typeface="+mn-lt"/>
            </a:endParaRPr>
          </a:p>
        </p:txBody>
      </p:sp>
      <p:sp>
        <p:nvSpPr>
          <p:cNvPr id="3" name="Freeform 2">
            <a:extLst>
              <a:ext uri="{FF2B5EF4-FFF2-40B4-BE49-F238E27FC236}">
                <a16:creationId xmlns:a16="http://schemas.microsoft.com/office/drawing/2014/main" id="{214AA796-033F-B75D-6A6B-621EAAF25718}"/>
              </a:ext>
            </a:extLst>
          </p:cNvPr>
          <p:cNvSpPr/>
          <p:nvPr/>
        </p:nvSpPr>
        <p:spPr>
          <a:xfrm rot="13952787">
            <a:off x="2517014" y="-853878"/>
            <a:ext cx="8373520" cy="5185345"/>
          </a:xfrm>
          <a:custGeom>
            <a:avLst/>
            <a:gdLst/>
            <a:ahLst/>
            <a:cxnLst/>
            <a:rect l="l" t="t" r="r" b="b"/>
            <a:pathLst>
              <a:path w="20219053" h="10370689">
                <a:moveTo>
                  <a:pt x="0" y="0"/>
                </a:moveTo>
                <a:lnTo>
                  <a:pt x="20219053" y="0"/>
                </a:lnTo>
                <a:lnTo>
                  <a:pt x="20219053" y="10370689"/>
                </a:lnTo>
                <a:lnTo>
                  <a:pt x="0" y="10370689"/>
                </a:lnTo>
                <a:lnTo>
                  <a:pt x="0" y="0"/>
                </a:lnTo>
                <a:close/>
              </a:path>
            </a:pathLst>
          </a:custGeom>
          <a:blipFill>
            <a:blip r:embed="rId3">
              <a:alphaModFix amt="15000"/>
            </a:blip>
            <a:stretch>
              <a:fillRect l="-13396" r="-7336"/>
            </a:stretch>
          </a:blipFill>
        </p:spPr>
        <p:txBody>
          <a:bodyPr/>
          <a:lstStyle/>
          <a:p>
            <a:pPr eaLnBrk="1" fontAlgn="auto" hangingPunct="1">
              <a:spcBef>
                <a:spcPts val="0"/>
              </a:spcBef>
              <a:spcAft>
                <a:spcPts val="0"/>
              </a:spcAft>
              <a:defRPr/>
            </a:pPr>
            <a:endParaRPr lang="en-GB">
              <a:latin typeface="+mn-lt"/>
            </a:endParaRPr>
          </a:p>
        </p:txBody>
      </p:sp>
      <p:sp>
        <p:nvSpPr>
          <p:cNvPr id="4" name="Freeform 4">
            <a:extLst>
              <a:ext uri="{FF2B5EF4-FFF2-40B4-BE49-F238E27FC236}">
                <a16:creationId xmlns:a16="http://schemas.microsoft.com/office/drawing/2014/main" id="{95376A84-6767-ECFF-E184-6D9728E1D9B9}"/>
              </a:ext>
            </a:extLst>
          </p:cNvPr>
          <p:cNvSpPr>
            <a:spLocks/>
          </p:cNvSpPr>
          <p:nvPr/>
        </p:nvSpPr>
        <p:spPr bwMode="auto">
          <a:xfrm>
            <a:off x="7379494" y="57944"/>
            <a:ext cx="1345406" cy="848519"/>
          </a:xfrm>
          <a:custGeom>
            <a:avLst/>
            <a:gdLst>
              <a:gd name="T0" fmla="*/ 0 w 2690068"/>
              <a:gd name="T1" fmla="*/ 0 h 1696840"/>
              <a:gd name="T2" fmla="*/ 2690068 w 2690068"/>
              <a:gd name="T3" fmla="*/ 0 h 1696840"/>
              <a:gd name="T4" fmla="*/ 2690068 w 2690068"/>
              <a:gd name="T5" fmla="*/ 1696840 h 1696840"/>
              <a:gd name="T6" fmla="*/ 0 w 2690068"/>
              <a:gd name="T7" fmla="*/ 1696840 h 1696840"/>
              <a:gd name="T8" fmla="*/ 0 w 2690068"/>
              <a:gd name="T9" fmla="*/ 0 h 1696840"/>
            </a:gdLst>
            <a:ahLst/>
            <a:cxnLst>
              <a:cxn ang="0">
                <a:pos x="T0" y="T1"/>
              </a:cxn>
              <a:cxn ang="0">
                <a:pos x="T2" y="T3"/>
              </a:cxn>
              <a:cxn ang="0">
                <a:pos x="T4" y="T5"/>
              </a:cxn>
              <a:cxn ang="0">
                <a:pos x="T6" y="T7"/>
              </a:cxn>
              <a:cxn ang="0">
                <a:pos x="T8" y="T9"/>
              </a:cxn>
            </a:cxnLst>
            <a:rect l="0" t="0" r="r" b="b"/>
            <a:pathLst>
              <a:path w="2690068" h="1696840">
                <a:moveTo>
                  <a:pt x="0" y="0"/>
                </a:moveTo>
                <a:lnTo>
                  <a:pt x="2690068" y="0"/>
                </a:lnTo>
                <a:lnTo>
                  <a:pt x="2690068" y="1696840"/>
                </a:lnTo>
                <a:lnTo>
                  <a:pt x="0" y="1696840"/>
                </a:lnTo>
                <a:lnTo>
                  <a:pt x="0" y="0"/>
                </a:lnTo>
                <a:close/>
              </a:path>
            </a:pathLst>
          </a:cu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 name="Slide Number Placeholder 5">
            <a:extLst>
              <a:ext uri="{FF2B5EF4-FFF2-40B4-BE49-F238E27FC236}">
                <a16:creationId xmlns:a16="http://schemas.microsoft.com/office/drawing/2014/main" id="{427E27E2-65DF-D71D-1FC0-2C8A25ED3207}"/>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t>www.cambridgecognition.com</a:t>
            </a:r>
          </a:p>
        </p:txBody>
      </p:sp>
      <p:sp>
        <p:nvSpPr>
          <p:cNvPr id="6" name="Title 1">
            <a:extLst>
              <a:ext uri="{FF2B5EF4-FFF2-40B4-BE49-F238E27FC236}">
                <a16:creationId xmlns:a16="http://schemas.microsoft.com/office/drawing/2014/main" id="{E4605FA1-9148-1B21-A344-48CDC2BBE604}"/>
              </a:ext>
            </a:extLst>
          </p:cNvPr>
          <p:cNvSpPr txBox="1">
            <a:spLocks/>
          </p:cNvSpPr>
          <p:nvPr/>
        </p:nvSpPr>
        <p:spPr>
          <a:xfrm>
            <a:off x="414337" y="362744"/>
            <a:ext cx="8294688" cy="333375"/>
          </a:xfrm>
          <a:prstGeom prst="rect">
            <a:avLst/>
          </a:prstGeom>
        </p:spPr>
        <p:txBody>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pPr fontAlgn="auto">
              <a:spcAft>
                <a:spcPts val="0"/>
              </a:spcAft>
              <a:defRPr/>
            </a:pPr>
            <a:r>
              <a:rPr lang="en-GB" sz="2200">
                <a:solidFill>
                  <a:schemeClr val="bg1"/>
                </a:solidFill>
              </a:rPr>
              <a:t>Click to edit Master title style</a:t>
            </a:r>
          </a:p>
        </p:txBody>
      </p:sp>
      <p:sp>
        <p:nvSpPr>
          <p:cNvPr id="7" name="Slide Number Placeholder 5">
            <a:extLst>
              <a:ext uri="{FF2B5EF4-FFF2-40B4-BE49-F238E27FC236}">
                <a16:creationId xmlns:a16="http://schemas.microsoft.com/office/drawing/2014/main" id="{697768E4-92FF-388B-C175-5AC6C3A2FDE0}"/>
              </a:ext>
            </a:extLst>
          </p:cNvPr>
          <p:cNvSpPr>
            <a:spLocks noGrp="1"/>
          </p:cNvSpPr>
          <p:nvPr>
            <p:ph type="sldNum" sz="quarter" idx="10"/>
          </p:nvPr>
        </p:nvSpPr>
        <p:spPr>
          <a:xfrm>
            <a:off x="419100" y="4811713"/>
            <a:ext cx="4953000" cy="273844"/>
          </a:xfrm>
        </p:spPr>
        <p:txBody>
          <a:bodyPr/>
          <a:lstStyle>
            <a:lvl1pPr algn="l">
              <a:defRPr lang="en-GB" sz="600" kern="1200" smtClean="0">
                <a:solidFill>
                  <a:schemeClr val="accent3"/>
                </a:solidFill>
                <a:latin typeface="+mn-lt"/>
                <a:ea typeface="Neue Montreal"/>
                <a:cs typeface="Neue Montreal"/>
              </a:defRPr>
            </a:lvl1pPr>
          </a:lstStyle>
          <a:p>
            <a:pPr>
              <a:defRPr/>
            </a:pPr>
            <a:fld id="{596C150F-1BF4-ED4B-9BEF-0157904F8ED3}" type="slidenum">
              <a:rPr lang="en-US"/>
              <a:pPr>
                <a:defRPr/>
              </a:pPr>
              <a:t>‹#›</a:t>
            </a:fld>
            <a:r>
              <a:rPr lang="en-US"/>
              <a:t> | PRIVATE AND CONFIDENTIAL | © Cambridge Cognition </a:t>
            </a:r>
            <a:fld id="{3AD53894-0F87-7B4D-B0DE-8594365A1A3A}" type="datetimeyyyy">
              <a:rPr lang="en-US"/>
              <a:pPr>
                <a:defRPr/>
              </a:pPr>
              <a:t>2026</a:t>
            </a:fld>
            <a:r>
              <a:rPr lang="en-US"/>
              <a:t>. All rights reserved. </a:t>
            </a:r>
          </a:p>
        </p:txBody>
      </p:sp>
    </p:spTree>
    <p:extLst>
      <p:ext uri="{BB962C8B-B14F-4D97-AF65-F5344CB8AC3E}">
        <p14:creationId xmlns:p14="http://schemas.microsoft.com/office/powerpoint/2010/main" val="2902506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eet The Team">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1158F56E-D38B-A314-391B-A703E5B95A0D}"/>
              </a:ext>
            </a:extLst>
          </p:cNvPr>
          <p:cNvSpPr/>
          <p:nvPr/>
        </p:nvSpPr>
        <p:spPr>
          <a:xfrm>
            <a:off x="0" y="4753452"/>
            <a:ext cx="9144000" cy="390049"/>
          </a:xfrm>
          <a:custGeom>
            <a:avLst/>
            <a:gdLst/>
            <a:ahLst/>
            <a:cxnLst/>
            <a:rect l="l" t="t" r="r" b="b"/>
            <a:pathLst>
              <a:path w="20696700" h="4886325">
                <a:moveTo>
                  <a:pt x="0" y="0"/>
                </a:moveTo>
                <a:lnTo>
                  <a:pt x="20696701" y="0"/>
                </a:lnTo>
                <a:lnTo>
                  <a:pt x="20696701" y="4886325"/>
                </a:lnTo>
                <a:lnTo>
                  <a:pt x="0" y="4886325"/>
                </a:lnTo>
                <a:lnTo>
                  <a:pt x="0" y="0"/>
                </a:lnTo>
                <a:close/>
              </a:path>
            </a:pathLst>
          </a:custGeom>
          <a:blipFill>
            <a:blip r:embed="rId2"/>
            <a:stretch>
              <a:fillRect l="-3297" t="-4078" r="-9874" b="-530451"/>
            </a:stretch>
          </a:blipFill>
        </p:spPr>
        <p:txBody>
          <a:bodyPr/>
          <a:lstStyle/>
          <a:p>
            <a:pPr eaLnBrk="1" fontAlgn="auto" hangingPunct="1">
              <a:spcBef>
                <a:spcPts val="0"/>
              </a:spcBef>
              <a:spcAft>
                <a:spcPts val="0"/>
              </a:spcAft>
              <a:defRPr/>
            </a:pPr>
            <a:endParaRPr lang="en-GB" sz="600">
              <a:latin typeface="+mn-lt"/>
            </a:endParaRPr>
          </a:p>
        </p:txBody>
      </p:sp>
      <p:sp>
        <p:nvSpPr>
          <p:cNvPr id="3" name="Freeform 2">
            <a:extLst>
              <a:ext uri="{FF2B5EF4-FFF2-40B4-BE49-F238E27FC236}">
                <a16:creationId xmlns:a16="http://schemas.microsoft.com/office/drawing/2014/main" id="{B93026F3-B159-9ABA-3BCE-3D01FA800DDF}"/>
              </a:ext>
            </a:extLst>
          </p:cNvPr>
          <p:cNvSpPr/>
          <p:nvPr/>
        </p:nvSpPr>
        <p:spPr>
          <a:xfrm>
            <a:off x="0" y="0"/>
            <a:ext cx="9144000" cy="1558290"/>
          </a:xfrm>
          <a:custGeom>
            <a:avLst/>
            <a:gdLst/>
            <a:ahLst/>
            <a:cxnLst/>
            <a:rect l="l" t="t" r="r" b="b"/>
            <a:pathLst>
              <a:path w="27580755" h="5989988">
                <a:moveTo>
                  <a:pt x="0" y="0"/>
                </a:moveTo>
                <a:lnTo>
                  <a:pt x="27580755" y="0"/>
                </a:lnTo>
                <a:lnTo>
                  <a:pt x="27580755" y="5989989"/>
                </a:lnTo>
                <a:lnTo>
                  <a:pt x="0" y="5989989"/>
                </a:lnTo>
                <a:lnTo>
                  <a:pt x="0" y="0"/>
                </a:lnTo>
                <a:close/>
              </a:path>
            </a:pathLst>
          </a:custGeom>
          <a:blipFill>
            <a:blip r:embed="rId3">
              <a:alphaModFix amt="9999"/>
            </a:blip>
            <a:stretch>
              <a:fillRect l="-22898" t="-92198" r="-48361"/>
            </a:stretch>
          </a:blipFill>
        </p:spPr>
        <p:txBody>
          <a:bodyPr/>
          <a:lstStyle/>
          <a:p>
            <a:pPr eaLnBrk="1" fontAlgn="auto" hangingPunct="1">
              <a:spcBef>
                <a:spcPts val="0"/>
              </a:spcBef>
              <a:spcAft>
                <a:spcPts val="0"/>
              </a:spcAft>
              <a:defRPr/>
            </a:pPr>
            <a:endParaRPr lang="en-GB">
              <a:latin typeface="+mn-lt"/>
            </a:endParaRPr>
          </a:p>
        </p:txBody>
      </p:sp>
      <p:sp>
        <p:nvSpPr>
          <p:cNvPr id="4" name="Freeform 3">
            <a:extLst>
              <a:ext uri="{FF2B5EF4-FFF2-40B4-BE49-F238E27FC236}">
                <a16:creationId xmlns:a16="http://schemas.microsoft.com/office/drawing/2014/main" id="{E87C4B17-A621-8092-B554-4A8083A1BEA6}"/>
              </a:ext>
            </a:extLst>
          </p:cNvPr>
          <p:cNvSpPr>
            <a:spLocks/>
          </p:cNvSpPr>
          <p:nvPr/>
        </p:nvSpPr>
        <p:spPr bwMode="auto">
          <a:xfrm>
            <a:off x="7881144" y="-7938"/>
            <a:ext cx="903288" cy="569913"/>
          </a:xfrm>
          <a:custGeom>
            <a:avLst/>
            <a:gdLst>
              <a:gd name="T0" fmla="*/ 0 w 1805871"/>
              <a:gd name="T1" fmla="*/ 0 h 1139106"/>
              <a:gd name="T2" fmla="*/ 1805871 w 1805871"/>
              <a:gd name="T3" fmla="*/ 0 h 1139106"/>
              <a:gd name="T4" fmla="*/ 1805871 w 1805871"/>
              <a:gd name="T5" fmla="*/ 1139106 h 1139106"/>
              <a:gd name="T6" fmla="*/ 0 w 1805871"/>
              <a:gd name="T7" fmla="*/ 1139106 h 1139106"/>
              <a:gd name="T8" fmla="*/ 0 w 1805871"/>
              <a:gd name="T9" fmla="*/ 0 h 1139106"/>
            </a:gdLst>
            <a:ahLst/>
            <a:cxnLst>
              <a:cxn ang="0">
                <a:pos x="T0" y="T1"/>
              </a:cxn>
              <a:cxn ang="0">
                <a:pos x="T2" y="T3"/>
              </a:cxn>
              <a:cxn ang="0">
                <a:pos x="T4" y="T5"/>
              </a:cxn>
              <a:cxn ang="0">
                <a:pos x="T6" y="T7"/>
              </a:cxn>
              <a:cxn ang="0">
                <a:pos x="T8" y="T9"/>
              </a:cxn>
            </a:cxnLst>
            <a:rect l="0" t="0" r="r" b="b"/>
            <a:pathLst>
              <a:path w="1805871" h="1139106">
                <a:moveTo>
                  <a:pt x="0" y="0"/>
                </a:moveTo>
                <a:lnTo>
                  <a:pt x="1805871" y="0"/>
                </a:lnTo>
                <a:lnTo>
                  <a:pt x="1805871" y="1139106"/>
                </a:lnTo>
                <a:lnTo>
                  <a:pt x="0" y="1139106"/>
                </a:lnTo>
                <a:lnTo>
                  <a:pt x="0" y="0"/>
                </a:lnTo>
                <a:close/>
              </a:path>
            </a:pathLst>
          </a:cu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 name="Slide Number Placeholder 5">
            <a:extLst>
              <a:ext uri="{FF2B5EF4-FFF2-40B4-BE49-F238E27FC236}">
                <a16:creationId xmlns:a16="http://schemas.microsoft.com/office/drawing/2014/main" id="{E9891E22-DC82-86FF-5F40-905BC856E92F}"/>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tx1"/>
                </a:solidFill>
              </a:rPr>
              <a:t>www.cambridgecognition.com</a:t>
            </a:r>
          </a:p>
        </p:txBody>
      </p:sp>
      <p:sp>
        <p:nvSpPr>
          <p:cNvPr id="49" name="Title 1"/>
          <p:cNvSpPr>
            <a:spLocks noGrp="1"/>
          </p:cNvSpPr>
          <p:nvPr>
            <p:ph type="title"/>
          </p:nvPr>
        </p:nvSpPr>
        <p:spPr>
          <a:xfrm>
            <a:off x="414029" y="362885"/>
            <a:ext cx="8294915" cy="333316"/>
          </a:xfrm>
        </p:spPr>
        <p:txBody>
          <a:bodyPr anchor="t">
            <a:noAutofit/>
          </a:bodyPr>
          <a:lstStyle>
            <a:lvl1pPr>
              <a:lnSpc>
                <a:spcPct val="100000"/>
              </a:lnSpc>
              <a:defRPr b="1">
                <a:latin typeface="+mj-lt"/>
              </a:defRPr>
            </a:lvl1pPr>
          </a:lstStyle>
          <a:p>
            <a:r>
              <a:rPr lang="en-GB"/>
              <a:t>Click to edit Master title style</a:t>
            </a:r>
          </a:p>
        </p:txBody>
      </p:sp>
      <p:sp>
        <p:nvSpPr>
          <p:cNvPr id="9" name="Picture Placeholder 8"/>
          <p:cNvSpPr>
            <a:spLocks noGrp="1"/>
          </p:cNvSpPr>
          <p:nvPr>
            <p:ph type="pic" sz="quarter" idx="13"/>
          </p:nvPr>
        </p:nvSpPr>
        <p:spPr>
          <a:xfrm>
            <a:off x="539897" y="1355371"/>
            <a:ext cx="1279378" cy="2549879"/>
          </a:xfrm>
          <a:prstGeom prst="roundRect">
            <a:avLst>
              <a:gd name="adj" fmla="val 50000"/>
            </a:avLst>
          </a:prstGeom>
          <a:solidFill>
            <a:schemeClr val="accent3"/>
          </a:solidFill>
          <a:effectLst>
            <a:outerShdw blurRad="800100" dist="419100" dir="21540000" sx="93000" sy="93000" algn="ctr" rotWithShape="0">
              <a:srgbClr val="000000">
                <a:alpha val="27000"/>
              </a:srgbClr>
            </a:outerShdw>
          </a:effectLst>
        </p:spPr>
        <p:txBody>
          <a:bodyPr rtlCol="0">
            <a:normAutofit/>
          </a:bodyPr>
          <a:lstStyle>
            <a:lvl1pPr>
              <a:lnSpc>
                <a:spcPct val="100000"/>
              </a:lnSpc>
              <a:defRPr/>
            </a:lvl1pPr>
          </a:lstStyle>
          <a:p>
            <a:pPr lvl="0"/>
            <a:r>
              <a:rPr lang="en-GB" noProof="0"/>
              <a:t>Click icon to add picture</a:t>
            </a:r>
          </a:p>
        </p:txBody>
      </p:sp>
      <p:sp>
        <p:nvSpPr>
          <p:cNvPr id="32" name="Text Placeholder 31"/>
          <p:cNvSpPr>
            <a:spLocks noGrp="1"/>
          </p:cNvSpPr>
          <p:nvPr>
            <p:ph type="body" sz="quarter" idx="14"/>
          </p:nvPr>
        </p:nvSpPr>
        <p:spPr>
          <a:xfrm>
            <a:off x="539897" y="4062096"/>
            <a:ext cx="1279378" cy="605155"/>
          </a:xfrm>
        </p:spPr>
        <p:txBody>
          <a:bodyPr>
            <a:noAutofit/>
          </a:bodyPr>
          <a:lstStyle>
            <a:lvl1pPr marL="0" indent="0" algn="ctr">
              <a:lnSpc>
                <a:spcPct val="100000"/>
              </a:lnSpc>
              <a:buNone/>
              <a:defRPr sz="900"/>
            </a:lvl1pPr>
            <a:lvl2pPr marL="228600" indent="0" algn="ctr">
              <a:buNone/>
              <a:defRPr sz="800"/>
            </a:lvl2pPr>
            <a:lvl3pPr marL="457200" indent="0" algn="ctr">
              <a:buNone/>
              <a:defRPr sz="800"/>
            </a:lvl3pPr>
            <a:lvl4pPr marL="685800" indent="0" algn="ctr">
              <a:buNone/>
              <a:defRPr sz="800"/>
            </a:lvl4pPr>
            <a:lvl5pPr marL="914400" indent="0" algn="ctr">
              <a:buNone/>
              <a:defRPr sz="800"/>
            </a:lvl5pPr>
          </a:lstStyle>
          <a:p>
            <a:pPr lvl="0"/>
            <a:r>
              <a:rPr lang="en-GB"/>
              <a:t>Click to edit Master text styles</a:t>
            </a:r>
          </a:p>
        </p:txBody>
      </p:sp>
      <p:sp>
        <p:nvSpPr>
          <p:cNvPr id="33" name="Picture Placeholder 8"/>
          <p:cNvSpPr>
            <a:spLocks noGrp="1"/>
          </p:cNvSpPr>
          <p:nvPr>
            <p:ph type="pic" sz="quarter" idx="15"/>
          </p:nvPr>
        </p:nvSpPr>
        <p:spPr>
          <a:xfrm>
            <a:off x="5597672" y="1355371"/>
            <a:ext cx="1279378" cy="2549879"/>
          </a:xfrm>
          <a:prstGeom prst="roundRect">
            <a:avLst>
              <a:gd name="adj" fmla="val 50000"/>
            </a:avLst>
          </a:prstGeom>
          <a:solidFill>
            <a:schemeClr val="accent3"/>
          </a:solidFill>
          <a:effectLst>
            <a:outerShdw blurRad="800100" dist="419100" dir="21540000" sx="93000" sy="93000" algn="ctr" rotWithShape="0">
              <a:srgbClr val="000000">
                <a:alpha val="27000"/>
              </a:srgbClr>
            </a:outerShdw>
          </a:effectLst>
        </p:spPr>
        <p:txBody>
          <a:bodyPr rtlCol="0">
            <a:normAutofit/>
          </a:bodyPr>
          <a:lstStyle>
            <a:lvl1pPr>
              <a:lnSpc>
                <a:spcPct val="100000"/>
              </a:lnSpc>
              <a:defRPr/>
            </a:lvl1pPr>
          </a:lstStyle>
          <a:p>
            <a:pPr lvl="0"/>
            <a:r>
              <a:rPr lang="en-GB" noProof="0"/>
              <a:t>Click icon to add picture</a:t>
            </a:r>
          </a:p>
        </p:txBody>
      </p:sp>
      <p:sp>
        <p:nvSpPr>
          <p:cNvPr id="34" name="Picture Placeholder 8"/>
          <p:cNvSpPr>
            <a:spLocks noGrp="1"/>
          </p:cNvSpPr>
          <p:nvPr>
            <p:ph type="pic" sz="quarter" idx="16"/>
          </p:nvPr>
        </p:nvSpPr>
        <p:spPr>
          <a:xfrm>
            <a:off x="2225822" y="1355371"/>
            <a:ext cx="1279378" cy="2549879"/>
          </a:xfrm>
          <a:prstGeom prst="roundRect">
            <a:avLst>
              <a:gd name="adj" fmla="val 50000"/>
            </a:avLst>
          </a:prstGeom>
          <a:solidFill>
            <a:schemeClr val="accent3"/>
          </a:solidFill>
          <a:effectLst>
            <a:outerShdw blurRad="800100" dist="419100" dir="21540000" sx="93000" sy="93000" algn="ctr" rotWithShape="0">
              <a:srgbClr val="000000">
                <a:alpha val="27000"/>
              </a:srgbClr>
            </a:outerShdw>
          </a:effectLst>
        </p:spPr>
        <p:txBody>
          <a:bodyPr rtlCol="0">
            <a:normAutofit/>
          </a:bodyPr>
          <a:lstStyle>
            <a:lvl1pPr>
              <a:lnSpc>
                <a:spcPct val="100000"/>
              </a:lnSpc>
              <a:defRPr/>
            </a:lvl1pPr>
          </a:lstStyle>
          <a:p>
            <a:pPr lvl="0"/>
            <a:r>
              <a:rPr lang="en-GB" noProof="0"/>
              <a:t>Click icon to add picture</a:t>
            </a:r>
          </a:p>
        </p:txBody>
      </p:sp>
      <p:sp>
        <p:nvSpPr>
          <p:cNvPr id="35" name="Picture Placeholder 8"/>
          <p:cNvSpPr>
            <a:spLocks noGrp="1"/>
          </p:cNvSpPr>
          <p:nvPr>
            <p:ph type="pic" sz="quarter" idx="17"/>
          </p:nvPr>
        </p:nvSpPr>
        <p:spPr>
          <a:xfrm>
            <a:off x="3911747" y="1355371"/>
            <a:ext cx="1279378" cy="2549879"/>
          </a:xfrm>
          <a:prstGeom prst="roundRect">
            <a:avLst>
              <a:gd name="adj" fmla="val 50000"/>
            </a:avLst>
          </a:prstGeom>
          <a:solidFill>
            <a:schemeClr val="accent3"/>
          </a:solidFill>
          <a:effectLst>
            <a:outerShdw blurRad="800100" dist="419100" dir="21540000" sx="93000" sy="93000" algn="ctr" rotWithShape="0">
              <a:srgbClr val="000000">
                <a:alpha val="27000"/>
              </a:srgbClr>
            </a:outerShdw>
          </a:effectLst>
        </p:spPr>
        <p:txBody>
          <a:bodyPr rtlCol="0">
            <a:normAutofit/>
          </a:bodyPr>
          <a:lstStyle>
            <a:lvl1pPr>
              <a:lnSpc>
                <a:spcPct val="100000"/>
              </a:lnSpc>
              <a:defRPr/>
            </a:lvl1pPr>
          </a:lstStyle>
          <a:p>
            <a:pPr lvl="0"/>
            <a:r>
              <a:rPr lang="en-GB" noProof="0"/>
              <a:t>Click icon to add picture</a:t>
            </a:r>
          </a:p>
        </p:txBody>
      </p:sp>
      <p:sp>
        <p:nvSpPr>
          <p:cNvPr id="36" name="Picture Placeholder 8"/>
          <p:cNvSpPr>
            <a:spLocks noGrp="1"/>
          </p:cNvSpPr>
          <p:nvPr>
            <p:ph type="pic" sz="quarter" idx="18"/>
          </p:nvPr>
        </p:nvSpPr>
        <p:spPr>
          <a:xfrm>
            <a:off x="7283597" y="1355371"/>
            <a:ext cx="1279378" cy="2549879"/>
          </a:xfrm>
          <a:prstGeom prst="roundRect">
            <a:avLst>
              <a:gd name="adj" fmla="val 50000"/>
            </a:avLst>
          </a:prstGeom>
          <a:solidFill>
            <a:schemeClr val="accent3"/>
          </a:solidFill>
          <a:effectLst>
            <a:outerShdw blurRad="800100" dist="419100" dir="21540000" sx="93000" sy="93000" algn="ctr" rotWithShape="0">
              <a:srgbClr val="000000">
                <a:alpha val="27000"/>
              </a:srgbClr>
            </a:outerShdw>
          </a:effectLst>
        </p:spPr>
        <p:txBody>
          <a:bodyPr rtlCol="0">
            <a:normAutofit/>
          </a:bodyPr>
          <a:lstStyle>
            <a:lvl1pPr>
              <a:lnSpc>
                <a:spcPct val="100000"/>
              </a:lnSpc>
              <a:defRPr/>
            </a:lvl1pPr>
          </a:lstStyle>
          <a:p>
            <a:pPr lvl="0"/>
            <a:r>
              <a:rPr lang="en-GB" noProof="0"/>
              <a:t>Click icon to add picture</a:t>
            </a:r>
          </a:p>
        </p:txBody>
      </p:sp>
      <p:sp>
        <p:nvSpPr>
          <p:cNvPr id="37" name="Text Placeholder 31"/>
          <p:cNvSpPr>
            <a:spLocks noGrp="1"/>
          </p:cNvSpPr>
          <p:nvPr>
            <p:ph type="body" sz="quarter" idx="19"/>
          </p:nvPr>
        </p:nvSpPr>
        <p:spPr>
          <a:xfrm>
            <a:off x="2225822" y="4062095"/>
            <a:ext cx="1279378" cy="605155"/>
          </a:xfrm>
        </p:spPr>
        <p:txBody>
          <a:bodyPr>
            <a:noAutofit/>
          </a:bodyPr>
          <a:lstStyle>
            <a:lvl1pPr marL="0" indent="0" algn="ctr">
              <a:lnSpc>
                <a:spcPct val="100000"/>
              </a:lnSpc>
              <a:buNone/>
              <a:defRPr sz="900"/>
            </a:lvl1pPr>
            <a:lvl2pPr marL="228600" indent="0" algn="ctr">
              <a:buNone/>
              <a:defRPr sz="800"/>
            </a:lvl2pPr>
            <a:lvl3pPr marL="457200" indent="0" algn="ctr">
              <a:buNone/>
              <a:defRPr sz="800"/>
            </a:lvl3pPr>
            <a:lvl4pPr marL="685800" indent="0" algn="ctr">
              <a:buNone/>
              <a:defRPr sz="800"/>
            </a:lvl4pPr>
            <a:lvl5pPr marL="914400" indent="0" algn="ctr">
              <a:buNone/>
              <a:defRPr sz="800"/>
            </a:lvl5pPr>
          </a:lstStyle>
          <a:p>
            <a:pPr lvl="0"/>
            <a:r>
              <a:rPr lang="en-GB"/>
              <a:t>Click to edit Master text styles</a:t>
            </a:r>
          </a:p>
        </p:txBody>
      </p:sp>
      <p:sp>
        <p:nvSpPr>
          <p:cNvPr id="38" name="Text Placeholder 31"/>
          <p:cNvSpPr>
            <a:spLocks noGrp="1"/>
          </p:cNvSpPr>
          <p:nvPr>
            <p:ph type="body" sz="quarter" idx="20"/>
          </p:nvPr>
        </p:nvSpPr>
        <p:spPr>
          <a:xfrm>
            <a:off x="3911747" y="4062095"/>
            <a:ext cx="1279378" cy="605155"/>
          </a:xfrm>
        </p:spPr>
        <p:txBody>
          <a:bodyPr>
            <a:noAutofit/>
          </a:bodyPr>
          <a:lstStyle>
            <a:lvl1pPr marL="0" indent="0" algn="ctr">
              <a:lnSpc>
                <a:spcPct val="100000"/>
              </a:lnSpc>
              <a:buNone/>
              <a:defRPr sz="900"/>
            </a:lvl1pPr>
            <a:lvl2pPr marL="228600" indent="0" algn="ctr">
              <a:buNone/>
              <a:defRPr sz="800"/>
            </a:lvl2pPr>
            <a:lvl3pPr marL="457200" indent="0" algn="ctr">
              <a:buNone/>
              <a:defRPr sz="800"/>
            </a:lvl3pPr>
            <a:lvl4pPr marL="685800" indent="0" algn="ctr">
              <a:buNone/>
              <a:defRPr sz="800"/>
            </a:lvl4pPr>
            <a:lvl5pPr marL="914400" indent="0" algn="ctr">
              <a:buNone/>
              <a:defRPr sz="800"/>
            </a:lvl5pPr>
          </a:lstStyle>
          <a:p>
            <a:pPr lvl="0"/>
            <a:r>
              <a:rPr lang="en-GB"/>
              <a:t>Click to edit Master text styles</a:t>
            </a:r>
          </a:p>
        </p:txBody>
      </p:sp>
      <p:sp>
        <p:nvSpPr>
          <p:cNvPr id="39" name="Text Placeholder 31"/>
          <p:cNvSpPr>
            <a:spLocks noGrp="1"/>
          </p:cNvSpPr>
          <p:nvPr>
            <p:ph type="body" sz="quarter" idx="21"/>
          </p:nvPr>
        </p:nvSpPr>
        <p:spPr>
          <a:xfrm>
            <a:off x="5597672" y="4062095"/>
            <a:ext cx="1279378" cy="605155"/>
          </a:xfrm>
        </p:spPr>
        <p:txBody>
          <a:bodyPr>
            <a:noAutofit/>
          </a:bodyPr>
          <a:lstStyle>
            <a:lvl1pPr marL="0" indent="0" algn="ctr">
              <a:lnSpc>
                <a:spcPct val="100000"/>
              </a:lnSpc>
              <a:buNone/>
              <a:defRPr sz="900"/>
            </a:lvl1pPr>
            <a:lvl2pPr marL="228600" indent="0" algn="ctr">
              <a:buNone/>
              <a:defRPr sz="800"/>
            </a:lvl2pPr>
            <a:lvl3pPr marL="457200" indent="0" algn="ctr">
              <a:buNone/>
              <a:defRPr sz="800"/>
            </a:lvl3pPr>
            <a:lvl4pPr marL="685800" indent="0" algn="ctr">
              <a:buNone/>
              <a:defRPr sz="800"/>
            </a:lvl4pPr>
            <a:lvl5pPr marL="914400" indent="0" algn="ctr">
              <a:buNone/>
              <a:defRPr sz="800"/>
            </a:lvl5pPr>
          </a:lstStyle>
          <a:p>
            <a:pPr lvl="0"/>
            <a:r>
              <a:rPr lang="en-GB"/>
              <a:t>Click to edit Master text styles</a:t>
            </a:r>
          </a:p>
        </p:txBody>
      </p:sp>
      <p:sp>
        <p:nvSpPr>
          <p:cNvPr id="40" name="Text Placeholder 31"/>
          <p:cNvSpPr>
            <a:spLocks noGrp="1"/>
          </p:cNvSpPr>
          <p:nvPr>
            <p:ph type="body" sz="quarter" idx="22"/>
          </p:nvPr>
        </p:nvSpPr>
        <p:spPr>
          <a:xfrm>
            <a:off x="7283597" y="4039783"/>
            <a:ext cx="1279378" cy="605155"/>
          </a:xfrm>
        </p:spPr>
        <p:txBody>
          <a:bodyPr>
            <a:noAutofit/>
          </a:bodyPr>
          <a:lstStyle>
            <a:lvl1pPr marL="0" indent="0" algn="ctr">
              <a:lnSpc>
                <a:spcPct val="100000"/>
              </a:lnSpc>
              <a:buNone/>
              <a:defRPr sz="900"/>
            </a:lvl1pPr>
            <a:lvl2pPr marL="228600" indent="0" algn="ctr">
              <a:buNone/>
              <a:defRPr sz="800"/>
            </a:lvl2pPr>
            <a:lvl3pPr marL="457200" indent="0" algn="ctr">
              <a:buNone/>
              <a:defRPr sz="800"/>
            </a:lvl3pPr>
            <a:lvl4pPr marL="685800" indent="0" algn="ctr">
              <a:buNone/>
              <a:defRPr sz="800"/>
            </a:lvl4pPr>
            <a:lvl5pPr marL="914400" indent="0" algn="ctr">
              <a:buNone/>
              <a:defRPr sz="800"/>
            </a:lvl5pPr>
          </a:lstStyle>
          <a:p>
            <a:pPr lvl="0"/>
            <a:r>
              <a:rPr lang="en-GB"/>
              <a:t>Click to edit Master text styles</a:t>
            </a:r>
          </a:p>
        </p:txBody>
      </p:sp>
      <p:sp>
        <p:nvSpPr>
          <p:cNvPr id="6" name="Slide Number Placeholder 5">
            <a:extLst>
              <a:ext uri="{FF2B5EF4-FFF2-40B4-BE49-F238E27FC236}">
                <a16:creationId xmlns:a16="http://schemas.microsoft.com/office/drawing/2014/main" id="{E87DF2CB-5E01-6CEC-BBA0-C8B8010EC0E3}"/>
              </a:ext>
            </a:extLst>
          </p:cNvPr>
          <p:cNvSpPr>
            <a:spLocks noGrp="1"/>
          </p:cNvSpPr>
          <p:nvPr>
            <p:ph type="sldNum" sz="quarter" idx="23"/>
          </p:nvPr>
        </p:nvSpPr>
        <p:spPr>
          <a:xfrm>
            <a:off x="419100" y="4811713"/>
            <a:ext cx="4953000" cy="273844"/>
          </a:xfrm>
        </p:spPr>
        <p:txBody>
          <a:bodyPr/>
          <a:lstStyle>
            <a:lvl1pPr algn="l">
              <a:lnSpc>
                <a:spcPct val="100000"/>
              </a:lnSpc>
              <a:defRPr lang="en-GB" sz="600" kern="1200" smtClean="0">
                <a:solidFill>
                  <a:schemeClr val="tx1"/>
                </a:solidFill>
                <a:latin typeface="+mn-lt"/>
                <a:ea typeface="Neue Montreal"/>
                <a:cs typeface="Neue Montreal"/>
              </a:defRPr>
            </a:lvl1pPr>
          </a:lstStyle>
          <a:p>
            <a:pPr>
              <a:defRPr/>
            </a:pPr>
            <a:fld id="{985CEB90-2B94-3D44-9DB4-6E13925F5F98}" type="slidenum">
              <a:rPr lang="en-US"/>
              <a:pPr>
                <a:defRPr/>
              </a:pPr>
              <a:t>‹#›</a:t>
            </a:fld>
            <a:r>
              <a:rPr lang="en-US"/>
              <a:t> | PRIVATE AND CONFIDENTIAL | © Cambridge Cognition </a:t>
            </a:r>
            <a:fld id="{3AD53894-0F87-7B4D-B0DE-8594365A1A3A}" type="datetimeyyyy">
              <a:rPr lang="en-US"/>
              <a:pPr>
                <a:defRPr/>
              </a:pPr>
              <a:t>2026</a:t>
            </a:fld>
            <a:r>
              <a:rPr lang="en-US"/>
              <a:t>. All rights reserved. </a:t>
            </a:r>
          </a:p>
        </p:txBody>
      </p:sp>
    </p:spTree>
    <p:extLst>
      <p:ext uri="{BB962C8B-B14F-4D97-AF65-F5344CB8AC3E}">
        <p14:creationId xmlns:p14="http://schemas.microsoft.com/office/powerpoint/2010/main" val="135729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_1">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D64BBB97-36EE-2833-8881-A7159DA2A853}"/>
              </a:ext>
            </a:extLst>
          </p:cNvPr>
          <p:cNvSpPr/>
          <p:nvPr/>
        </p:nvSpPr>
        <p:spPr>
          <a:xfrm>
            <a:off x="0" y="4753452"/>
            <a:ext cx="9144000" cy="390049"/>
          </a:xfrm>
          <a:custGeom>
            <a:avLst/>
            <a:gdLst/>
            <a:ahLst/>
            <a:cxnLst/>
            <a:rect l="l" t="t" r="r" b="b"/>
            <a:pathLst>
              <a:path w="20696700" h="4886325">
                <a:moveTo>
                  <a:pt x="0" y="0"/>
                </a:moveTo>
                <a:lnTo>
                  <a:pt x="20696701" y="0"/>
                </a:lnTo>
                <a:lnTo>
                  <a:pt x="20696701" y="4886325"/>
                </a:lnTo>
                <a:lnTo>
                  <a:pt x="0" y="4886325"/>
                </a:lnTo>
                <a:lnTo>
                  <a:pt x="0" y="0"/>
                </a:lnTo>
                <a:close/>
              </a:path>
            </a:pathLst>
          </a:custGeom>
          <a:blipFill>
            <a:blip r:embed="rId2"/>
            <a:stretch>
              <a:fillRect l="-3297" t="-4078" r="-9874" b="-530451"/>
            </a:stretch>
          </a:blipFill>
        </p:spPr>
        <p:txBody>
          <a:bodyPr/>
          <a:lstStyle/>
          <a:p>
            <a:pPr eaLnBrk="1" fontAlgn="auto" hangingPunct="1">
              <a:spcBef>
                <a:spcPts val="0"/>
              </a:spcBef>
              <a:spcAft>
                <a:spcPts val="0"/>
              </a:spcAft>
              <a:defRPr/>
            </a:pPr>
            <a:endParaRPr lang="en-GB" sz="600">
              <a:latin typeface="+mn-lt"/>
            </a:endParaRPr>
          </a:p>
        </p:txBody>
      </p:sp>
      <p:sp>
        <p:nvSpPr>
          <p:cNvPr id="3" name="Freeform 2">
            <a:extLst>
              <a:ext uri="{FF2B5EF4-FFF2-40B4-BE49-F238E27FC236}">
                <a16:creationId xmlns:a16="http://schemas.microsoft.com/office/drawing/2014/main" id="{9C39D4D4-D19C-0A48-170C-821175D58923}"/>
              </a:ext>
            </a:extLst>
          </p:cNvPr>
          <p:cNvSpPr/>
          <p:nvPr/>
        </p:nvSpPr>
        <p:spPr>
          <a:xfrm>
            <a:off x="0" y="0"/>
            <a:ext cx="9144000" cy="1558290"/>
          </a:xfrm>
          <a:custGeom>
            <a:avLst/>
            <a:gdLst/>
            <a:ahLst/>
            <a:cxnLst/>
            <a:rect l="l" t="t" r="r" b="b"/>
            <a:pathLst>
              <a:path w="27580755" h="5989988">
                <a:moveTo>
                  <a:pt x="0" y="0"/>
                </a:moveTo>
                <a:lnTo>
                  <a:pt x="27580755" y="0"/>
                </a:lnTo>
                <a:lnTo>
                  <a:pt x="27580755" y="5989989"/>
                </a:lnTo>
                <a:lnTo>
                  <a:pt x="0" y="5989989"/>
                </a:lnTo>
                <a:lnTo>
                  <a:pt x="0" y="0"/>
                </a:lnTo>
                <a:close/>
              </a:path>
            </a:pathLst>
          </a:custGeom>
          <a:blipFill>
            <a:blip r:embed="rId3">
              <a:alphaModFix amt="9999"/>
            </a:blip>
            <a:stretch>
              <a:fillRect l="-22898" t="-92198" r="-48361"/>
            </a:stretch>
          </a:blipFill>
        </p:spPr>
        <p:txBody>
          <a:bodyPr/>
          <a:lstStyle/>
          <a:p>
            <a:pPr eaLnBrk="1" fontAlgn="auto" hangingPunct="1">
              <a:spcBef>
                <a:spcPts val="0"/>
              </a:spcBef>
              <a:spcAft>
                <a:spcPts val="0"/>
              </a:spcAft>
              <a:defRPr/>
            </a:pPr>
            <a:endParaRPr lang="en-GB">
              <a:latin typeface="+mn-lt"/>
            </a:endParaRPr>
          </a:p>
        </p:txBody>
      </p:sp>
      <p:sp>
        <p:nvSpPr>
          <p:cNvPr id="4" name="Freeform 3">
            <a:extLst>
              <a:ext uri="{FF2B5EF4-FFF2-40B4-BE49-F238E27FC236}">
                <a16:creationId xmlns:a16="http://schemas.microsoft.com/office/drawing/2014/main" id="{938AB648-4F87-3B70-0A85-2179143B41D9}"/>
              </a:ext>
            </a:extLst>
          </p:cNvPr>
          <p:cNvSpPr>
            <a:spLocks/>
          </p:cNvSpPr>
          <p:nvPr/>
        </p:nvSpPr>
        <p:spPr bwMode="auto">
          <a:xfrm>
            <a:off x="7884319" y="0"/>
            <a:ext cx="903288" cy="569913"/>
          </a:xfrm>
          <a:custGeom>
            <a:avLst/>
            <a:gdLst>
              <a:gd name="T0" fmla="*/ 0 w 1805871"/>
              <a:gd name="T1" fmla="*/ 0 h 1139106"/>
              <a:gd name="T2" fmla="*/ 1805871 w 1805871"/>
              <a:gd name="T3" fmla="*/ 0 h 1139106"/>
              <a:gd name="T4" fmla="*/ 1805871 w 1805871"/>
              <a:gd name="T5" fmla="*/ 1139106 h 1139106"/>
              <a:gd name="T6" fmla="*/ 0 w 1805871"/>
              <a:gd name="T7" fmla="*/ 1139106 h 1139106"/>
              <a:gd name="T8" fmla="*/ 0 w 1805871"/>
              <a:gd name="T9" fmla="*/ 0 h 1139106"/>
            </a:gdLst>
            <a:ahLst/>
            <a:cxnLst>
              <a:cxn ang="0">
                <a:pos x="T0" y="T1"/>
              </a:cxn>
              <a:cxn ang="0">
                <a:pos x="T2" y="T3"/>
              </a:cxn>
              <a:cxn ang="0">
                <a:pos x="T4" y="T5"/>
              </a:cxn>
              <a:cxn ang="0">
                <a:pos x="T6" y="T7"/>
              </a:cxn>
              <a:cxn ang="0">
                <a:pos x="T8" y="T9"/>
              </a:cxn>
            </a:cxnLst>
            <a:rect l="0" t="0" r="r" b="b"/>
            <a:pathLst>
              <a:path w="1805871" h="1139106">
                <a:moveTo>
                  <a:pt x="0" y="0"/>
                </a:moveTo>
                <a:lnTo>
                  <a:pt x="1805871" y="0"/>
                </a:lnTo>
                <a:lnTo>
                  <a:pt x="1805871" y="1139106"/>
                </a:lnTo>
                <a:lnTo>
                  <a:pt x="0" y="1139106"/>
                </a:lnTo>
                <a:lnTo>
                  <a:pt x="0" y="0"/>
                </a:lnTo>
                <a:close/>
              </a:path>
            </a:pathLst>
          </a:cu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 name="Slide Number Placeholder 5">
            <a:extLst>
              <a:ext uri="{FF2B5EF4-FFF2-40B4-BE49-F238E27FC236}">
                <a16:creationId xmlns:a16="http://schemas.microsoft.com/office/drawing/2014/main" id="{6C8BEB3A-2A1A-6B8E-6352-0457BD9CE88F}"/>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tx1"/>
                </a:solidFill>
              </a:rPr>
              <a:t>www.cambridgecognition.com</a:t>
            </a:r>
          </a:p>
        </p:txBody>
      </p:sp>
      <p:sp>
        <p:nvSpPr>
          <p:cNvPr id="49" name="Title 1"/>
          <p:cNvSpPr>
            <a:spLocks noGrp="1"/>
          </p:cNvSpPr>
          <p:nvPr>
            <p:ph type="title"/>
          </p:nvPr>
        </p:nvSpPr>
        <p:spPr>
          <a:xfrm>
            <a:off x="429985" y="372241"/>
            <a:ext cx="8294915" cy="333316"/>
          </a:xfrm>
        </p:spPr>
        <p:txBody>
          <a:bodyPr anchor="t">
            <a:noAutofit/>
          </a:bodyPr>
          <a:lstStyle>
            <a:lvl1pPr>
              <a:lnSpc>
                <a:spcPct val="100000"/>
              </a:lnSpc>
              <a:defRPr b="1">
                <a:latin typeface="+mj-lt"/>
              </a:defRPr>
            </a:lvl1pPr>
          </a:lstStyle>
          <a:p>
            <a:r>
              <a:rPr lang="en-GB"/>
              <a:t>Click to edit Master title style</a:t>
            </a:r>
          </a:p>
        </p:txBody>
      </p:sp>
      <p:sp>
        <p:nvSpPr>
          <p:cNvPr id="50" name="Content Placeholder 2"/>
          <p:cNvSpPr>
            <a:spLocks noGrp="1"/>
          </p:cNvSpPr>
          <p:nvPr>
            <p:ph sz="half" idx="1"/>
          </p:nvPr>
        </p:nvSpPr>
        <p:spPr>
          <a:xfrm>
            <a:off x="424543" y="935656"/>
            <a:ext cx="8294915" cy="3614475"/>
          </a:xfrm>
        </p:spPr>
        <p:txBody>
          <a:bodyPr>
            <a:noAutofit/>
          </a:bodyPr>
          <a:lstStyle>
            <a:lvl1pPr>
              <a:lnSpc>
                <a:spcPct val="100000"/>
              </a:lnSpc>
              <a:defRPr sz="1200"/>
            </a:lvl1pPr>
            <a:lvl2pPr>
              <a:lnSpc>
                <a:spcPct val="100000"/>
              </a:lnSpc>
              <a:defRPr sz="1000"/>
            </a:lvl2pPr>
            <a:lvl3pPr>
              <a:lnSpc>
                <a:spcPct val="100000"/>
              </a:lnSpc>
              <a:defRPr sz="900"/>
            </a:lvl3pPr>
            <a:lvl4pPr>
              <a:lnSpc>
                <a:spcPct val="100000"/>
              </a:lnSpc>
              <a:defRPr sz="800"/>
            </a:lvl4pPr>
            <a:lvl5pPr>
              <a:lnSpc>
                <a:spcPct val="100000"/>
              </a:lnSpc>
              <a:defRPr sz="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F771097F-FD68-6E21-2104-DF38FF032D15}"/>
              </a:ext>
            </a:extLst>
          </p:cNvPr>
          <p:cNvSpPr>
            <a:spLocks noGrp="1"/>
          </p:cNvSpPr>
          <p:nvPr>
            <p:ph type="sldNum" sz="quarter" idx="10"/>
          </p:nvPr>
        </p:nvSpPr>
        <p:spPr>
          <a:xfrm>
            <a:off x="419100" y="4811713"/>
            <a:ext cx="4953000" cy="273844"/>
          </a:xfrm>
        </p:spPr>
        <p:txBody>
          <a:bodyPr/>
          <a:lstStyle>
            <a:lvl1pPr algn="l">
              <a:lnSpc>
                <a:spcPct val="100000"/>
              </a:lnSpc>
              <a:defRPr lang="en-GB" sz="600" kern="1200" smtClean="0">
                <a:solidFill>
                  <a:schemeClr val="tx1"/>
                </a:solidFill>
                <a:latin typeface="+mn-lt"/>
                <a:ea typeface="Neue Montreal"/>
                <a:cs typeface="Neue Montreal"/>
              </a:defRPr>
            </a:lvl1pPr>
          </a:lstStyle>
          <a:p>
            <a:pPr>
              <a:defRPr/>
            </a:pPr>
            <a:fld id="{4807F9A7-6110-FD4C-B4EE-83674988D226}" type="slidenum">
              <a:rPr lang="en-US"/>
              <a:pPr>
                <a:defRPr/>
              </a:pPr>
              <a:t>‹#›</a:t>
            </a:fld>
            <a:r>
              <a:rPr lang="en-US"/>
              <a:t> | PRIVATE AND CONFIDENTIAL | © Cambridge Cognition </a:t>
            </a:r>
            <a:fld id="{3AD53894-0F87-7B4D-B0DE-8594365A1A3A}" type="datetimeyyyy">
              <a:rPr lang="en-US"/>
              <a:pPr>
                <a:defRPr/>
              </a:pPr>
              <a:t>2026</a:t>
            </a:fld>
            <a:r>
              <a:rPr lang="en-US"/>
              <a:t>. All rights reserved. </a:t>
            </a:r>
          </a:p>
        </p:txBody>
      </p:sp>
    </p:spTree>
    <p:extLst>
      <p:ext uri="{BB962C8B-B14F-4D97-AF65-F5344CB8AC3E}">
        <p14:creationId xmlns:p14="http://schemas.microsoft.com/office/powerpoint/2010/main" val="579191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_2">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E425B99D-9F76-4AAC-436A-183D7297DCED}"/>
              </a:ext>
            </a:extLst>
          </p:cNvPr>
          <p:cNvSpPr/>
          <p:nvPr/>
        </p:nvSpPr>
        <p:spPr>
          <a:xfrm>
            <a:off x="0" y="0"/>
            <a:ext cx="9144000" cy="1558290"/>
          </a:xfrm>
          <a:custGeom>
            <a:avLst/>
            <a:gdLst/>
            <a:ahLst/>
            <a:cxnLst/>
            <a:rect l="l" t="t" r="r" b="b"/>
            <a:pathLst>
              <a:path w="27580755" h="5989988">
                <a:moveTo>
                  <a:pt x="0" y="0"/>
                </a:moveTo>
                <a:lnTo>
                  <a:pt x="27580755" y="0"/>
                </a:lnTo>
                <a:lnTo>
                  <a:pt x="27580755" y="5989989"/>
                </a:lnTo>
                <a:lnTo>
                  <a:pt x="0" y="5989989"/>
                </a:lnTo>
                <a:lnTo>
                  <a:pt x="0" y="0"/>
                </a:lnTo>
                <a:close/>
              </a:path>
            </a:pathLst>
          </a:custGeom>
          <a:blipFill>
            <a:blip r:embed="rId2">
              <a:alphaModFix amt="9999"/>
            </a:blip>
            <a:stretch>
              <a:fillRect l="-22898" t="-92198" r="-48361"/>
            </a:stretch>
          </a:blipFill>
        </p:spPr>
        <p:txBody>
          <a:bodyPr/>
          <a:lstStyle/>
          <a:p>
            <a:pPr eaLnBrk="1" fontAlgn="auto" hangingPunct="1">
              <a:spcBef>
                <a:spcPts val="0"/>
              </a:spcBef>
              <a:spcAft>
                <a:spcPts val="0"/>
              </a:spcAft>
              <a:defRPr/>
            </a:pPr>
            <a:endParaRPr lang="en-GB">
              <a:latin typeface="+mn-lt"/>
            </a:endParaRPr>
          </a:p>
        </p:txBody>
      </p:sp>
      <p:sp>
        <p:nvSpPr>
          <p:cNvPr id="3" name="Freeform 3">
            <a:extLst>
              <a:ext uri="{FF2B5EF4-FFF2-40B4-BE49-F238E27FC236}">
                <a16:creationId xmlns:a16="http://schemas.microsoft.com/office/drawing/2014/main" id="{D39D5FA4-CB06-7A3B-5608-44525B96192F}"/>
              </a:ext>
            </a:extLst>
          </p:cNvPr>
          <p:cNvSpPr>
            <a:spLocks/>
          </p:cNvSpPr>
          <p:nvPr/>
        </p:nvSpPr>
        <p:spPr bwMode="auto">
          <a:xfrm>
            <a:off x="7884319" y="5557"/>
            <a:ext cx="903288" cy="569119"/>
          </a:xfrm>
          <a:custGeom>
            <a:avLst/>
            <a:gdLst>
              <a:gd name="T0" fmla="*/ 0 w 1805871"/>
              <a:gd name="T1" fmla="*/ 0 h 1139106"/>
              <a:gd name="T2" fmla="*/ 1805871 w 1805871"/>
              <a:gd name="T3" fmla="*/ 0 h 1139106"/>
              <a:gd name="T4" fmla="*/ 1805871 w 1805871"/>
              <a:gd name="T5" fmla="*/ 1139106 h 1139106"/>
              <a:gd name="T6" fmla="*/ 0 w 1805871"/>
              <a:gd name="T7" fmla="*/ 1139106 h 1139106"/>
              <a:gd name="T8" fmla="*/ 0 w 1805871"/>
              <a:gd name="T9" fmla="*/ 0 h 1139106"/>
            </a:gdLst>
            <a:ahLst/>
            <a:cxnLst>
              <a:cxn ang="0">
                <a:pos x="T0" y="T1"/>
              </a:cxn>
              <a:cxn ang="0">
                <a:pos x="T2" y="T3"/>
              </a:cxn>
              <a:cxn ang="0">
                <a:pos x="T4" y="T5"/>
              </a:cxn>
              <a:cxn ang="0">
                <a:pos x="T6" y="T7"/>
              </a:cxn>
              <a:cxn ang="0">
                <a:pos x="T8" y="T9"/>
              </a:cxn>
            </a:cxnLst>
            <a:rect l="0" t="0" r="r" b="b"/>
            <a:pathLst>
              <a:path w="1805871" h="1139106">
                <a:moveTo>
                  <a:pt x="0" y="0"/>
                </a:moveTo>
                <a:lnTo>
                  <a:pt x="1805871" y="0"/>
                </a:lnTo>
                <a:lnTo>
                  <a:pt x="1805871" y="1139106"/>
                </a:lnTo>
                <a:lnTo>
                  <a:pt x="0" y="1139106"/>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 name="Freeform 5">
            <a:extLst>
              <a:ext uri="{FF2B5EF4-FFF2-40B4-BE49-F238E27FC236}">
                <a16:creationId xmlns:a16="http://schemas.microsoft.com/office/drawing/2014/main" id="{9378425E-39AA-399A-9F51-D22327F72BA8}"/>
              </a:ext>
            </a:extLst>
          </p:cNvPr>
          <p:cNvSpPr/>
          <p:nvPr/>
        </p:nvSpPr>
        <p:spPr>
          <a:xfrm>
            <a:off x="0" y="4753452"/>
            <a:ext cx="9144000" cy="390049"/>
          </a:xfrm>
          <a:custGeom>
            <a:avLst/>
            <a:gdLst/>
            <a:ahLst/>
            <a:cxnLst/>
            <a:rect l="l" t="t" r="r" b="b"/>
            <a:pathLst>
              <a:path w="20696700" h="4886325">
                <a:moveTo>
                  <a:pt x="0" y="0"/>
                </a:moveTo>
                <a:lnTo>
                  <a:pt x="20696701" y="0"/>
                </a:lnTo>
                <a:lnTo>
                  <a:pt x="20696701" y="4886325"/>
                </a:lnTo>
                <a:lnTo>
                  <a:pt x="0" y="4886325"/>
                </a:lnTo>
                <a:lnTo>
                  <a:pt x="0" y="0"/>
                </a:lnTo>
                <a:close/>
              </a:path>
            </a:pathLst>
          </a:custGeom>
          <a:blipFill>
            <a:blip r:embed="rId4"/>
            <a:stretch>
              <a:fillRect l="-3297" t="-4078" r="-9874" b="-530451"/>
            </a:stretch>
          </a:blipFill>
        </p:spPr>
        <p:txBody>
          <a:bodyPr/>
          <a:lstStyle/>
          <a:p>
            <a:pPr eaLnBrk="1" fontAlgn="auto" hangingPunct="1">
              <a:spcBef>
                <a:spcPts val="0"/>
              </a:spcBef>
              <a:spcAft>
                <a:spcPts val="0"/>
              </a:spcAft>
              <a:defRPr/>
            </a:pPr>
            <a:endParaRPr lang="en-GB" sz="600">
              <a:latin typeface="+mn-lt"/>
            </a:endParaRPr>
          </a:p>
        </p:txBody>
      </p:sp>
      <p:sp>
        <p:nvSpPr>
          <p:cNvPr id="5" name="Slide Number Placeholder 5">
            <a:extLst>
              <a:ext uri="{FF2B5EF4-FFF2-40B4-BE49-F238E27FC236}">
                <a16:creationId xmlns:a16="http://schemas.microsoft.com/office/drawing/2014/main" id="{80CEED09-9A0F-CC7B-8C54-26C3FC1C4E20}"/>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tx1"/>
                </a:solidFill>
              </a:rPr>
              <a:t>www.cambridgecognition.com</a:t>
            </a:r>
          </a:p>
        </p:txBody>
      </p:sp>
      <p:sp>
        <p:nvSpPr>
          <p:cNvPr id="49" name="Title 1"/>
          <p:cNvSpPr>
            <a:spLocks noGrp="1"/>
          </p:cNvSpPr>
          <p:nvPr>
            <p:ph type="title"/>
          </p:nvPr>
        </p:nvSpPr>
        <p:spPr>
          <a:xfrm>
            <a:off x="429985" y="371535"/>
            <a:ext cx="8294915" cy="333316"/>
          </a:xfrm>
        </p:spPr>
        <p:txBody>
          <a:bodyPr anchor="t">
            <a:noAutofit/>
          </a:bodyPr>
          <a:lstStyle>
            <a:lvl1pPr>
              <a:lnSpc>
                <a:spcPct val="100000"/>
              </a:lnSpc>
              <a:defRPr b="1">
                <a:latin typeface="+mj-lt"/>
              </a:defRPr>
            </a:lvl1pPr>
          </a:lstStyle>
          <a:p>
            <a:r>
              <a:rPr lang="en-GB"/>
              <a:t>Click to edit Master title style</a:t>
            </a:r>
          </a:p>
        </p:txBody>
      </p:sp>
      <p:sp>
        <p:nvSpPr>
          <p:cNvPr id="7" name="Content Placeholder 6"/>
          <p:cNvSpPr>
            <a:spLocks noGrp="1"/>
          </p:cNvSpPr>
          <p:nvPr>
            <p:ph sz="quarter" idx="13"/>
          </p:nvPr>
        </p:nvSpPr>
        <p:spPr>
          <a:xfrm>
            <a:off x="601103" y="2375583"/>
            <a:ext cx="2505205" cy="2057400"/>
          </a:xfrm>
          <a:solidFill>
            <a:schemeClr val="bg1"/>
          </a:solidFill>
          <a:ln>
            <a:solidFill>
              <a:schemeClr val="accent4"/>
            </a:solidFill>
          </a:ln>
          <a:effectLst>
            <a:outerShdw blurRad="50800" dist="38100" dir="5400000" algn="t" rotWithShape="0">
              <a:prstClr val="black">
                <a:alpha val="40000"/>
              </a:prstClr>
            </a:outerShdw>
          </a:effectLst>
        </p:spPr>
        <p:txBody>
          <a:bodyPr/>
          <a:lstStyle>
            <a:lvl1pPr marL="0" indent="0">
              <a:lnSpc>
                <a:spcPct val="100000"/>
              </a:lnSpc>
              <a:buNone/>
              <a:defRPr/>
            </a:lvl1pPr>
          </a:lstStyle>
          <a:p>
            <a:pPr lvl="0"/>
            <a:r>
              <a:rPr lang="en-GB"/>
              <a:t>Click to edit Master text styles</a:t>
            </a:r>
          </a:p>
        </p:txBody>
      </p:sp>
      <p:sp>
        <p:nvSpPr>
          <p:cNvPr id="8" name="Content Placeholder 6"/>
          <p:cNvSpPr>
            <a:spLocks noGrp="1"/>
          </p:cNvSpPr>
          <p:nvPr>
            <p:ph sz="quarter" idx="14"/>
          </p:nvPr>
        </p:nvSpPr>
        <p:spPr>
          <a:xfrm>
            <a:off x="3310452" y="2375583"/>
            <a:ext cx="2505205" cy="2057400"/>
          </a:xfrm>
          <a:solidFill>
            <a:schemeClr val="bg1"/>
          </a:solidFill>
          <a:ln>
            <a:solidFill>
              <a:schemeClr val="accent4"/>
            </a:solidFill>
          </a:ln>
          <a:effectLst>
            <a:outerShdw blurRad="50800" dist="38100" dir="5400000" algn="t" rotWithShape="0">
              <a:prstClr val="black">
                <a:alpha val="40000"/>
              </a:prstClr>
            </a:outerShdw>
          </a:effectLst>
        </p:spPr>
        <p:txBody>
          <a:bodyPr rtlCol="0">
            <a:normAutofit/>
          </a:bodyPr>
          <a:lstStyle>
            <a:lvl1pPr>
              <a:lnSpc>
                <a:spcPct val="100000"/>
              </a:lnSpc>
              <a:defRPr lang="en-GB" dirty="0"/>
            </a:lvl1pPr>
          </a:lstStyle>
          <a:p>
            <a:pPr lvl="0"/>
            <a:r>
              <a:rPr lang="en-GB"/>
              <a:t>Click to edit Master text styles</a:t>
            </a:r>
          </a:p>
        </p:txBody>
      </p:sp>
      <p:sp>
        <p:nvSpPr>
          <p:cNvPr id="9" name="Content Placeholder 6"/>
          <p:cNvSpPr>
            <a:spLocks noGrp="1"/>
          </p:cNvSpPr>
          <p:nvPr>
            <p:ph sz="quarter" idx="15"/>
          </p:nvPr>
        </p:nvSpPr>
        <p:spPr>
          <a:xfrm>
            <a:off x="6019800" y="2375583"/>
            <a:ext cx="2505205" cy="2057400"/>
          </a:xfrm>
          <a:solidFill>
            <a:schemeClr val="bg1"/>
          </a:solidFill>
          <a:ln>
            <a:solidFill>
              <a:schemeClr val="accent4"/>
            </a:solidFill>
          </a:ln>
          <a:effectLst>
            <a:outerShdw blurRad="50800" dist="38100" dir="5400000" algn="t" rotWithShape="0">
              <a:prstClr val="black">
                <a:alpha val="40000"/>
              </a:prstClr>
            </a:outerShdw>
          </a:effectLst>
        </p:spPr>
        <p:txBody>
          <a:bodyPr rtlCol="0">
            <a:normAutofit/>
          </a:bodyPr>
          <a:lstStyle>
            <a:lvl1pPr>
              <a:lnSpc>
                <a:spcPct val="100000"/>
              </a:lnSpc>
              <a:defRPr lang="en-GB" dirty="0"/>
            </a:lvl1pPr>
          </a:lstStyle>
          <a:p>
            <a:pPr lvl="0"/>
            <a:r>
              <a:rPr lang="en-GB"/>
              <a:t>Click to edit Master text styles</a:t>
            </a:r>
          </a:p>
        </p:txBody>
      </p:sp>
      <p:sp>
        <p:nvSpPr>
          <p:cNvPr id="10" name="Content Placeholder 2"/>
          <p:cNvSpPr>
            <a:spLocks noGrp="1"/>
          </p:cNvSpPr>
          <p:nvPr>
            <p:ph sz="half" idx="1"/>
          </p:nvPr>
        </p:nvSpPr>
        <p:spPr>
          <a:xfrm>
            <a:off x="429985" y="1124803"/>
            <a:ext cx="8294915" cy="957468"/>
          </a:xfrm>
        </p:spPr>
        <p:txBody>
          <a:bodyPr>
            <a:noAutofit/>
          </a:bodyPr>
          <a:lstStyle>
            <a:lvl1pPr>
              <a:lnSpc>
                <a:spcPct val="100000"/>
              </a:lnSpc>
              <a:defRPr sz="1200"/>
            </a:lvl1pPr>
            <a:lvl2pPr>
              <a:lnSpc>
                <a:spcPct val="100000"/>
              </a:lnSpc>
              <a:defRPr sz="1000"/>
            </a:lvl2pPr>
            <a:lvl3pPr>
              <a:lnSpc>
                <a:spcPct val="100000"/>
              </a:lnSpc>
              <a:defRPr sz="900"/>
            </a:lvl3pPr>
            <a:lvl4pPr>
              <a:lnSpc>
                <a:spcPct val="100000"/>
              </a:lnSpc>
              <a:defRPr sz="800"/>
            </a:lvl4pPr>
            <a:lvl5pPr>
              <a:lnSpc>
                <a:spcPct val="100000"/>
              </a:lnSpc>
              <a:defRPr sz="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BB92BC0A-46A4-24DE-561B-3C1556320D82}"/>
              </a:ext>
            </a:extLst>
          </p:cNvPr>
          <p:cNvSpPr>
            <a:spLocks noGrp="1"/>
          </p:cNvSpPr>
          <p:nvPr>
            <p:ph type="sldNum" sz="quarter" idx="16"/>
          </p:nvPr>
        </p:nvSpPr>
        <p:spPr>
          <a:xfrm>
            <a:off x="419100" y="4811713"/>
            <a:ext cx="4953000" cy="273844"/>
          </a:xfrm>
        </p:spPr>
        <p:txBody>
          <a:bodyPr/>
          <a:lstStyle>
            <a:lvl1pPr algn="l">
              <a:lnSpc>
                <a:spcPct val="100000"/>
              </a:lnSpc>
              <a:defRPr lang="en-GB" sz="600" kern="1200" smtClean="0">
                <a:solidFill>
                  <a:schemeClr val="tx1"/>
                </a:solidFill>
                <a:latin typeface="+mn-lt"/>
                <a:ea typeface="Neue Montreal"/>
                <a:cs typeface="Neue Montreal"/>
              </a:defRPr>
            </a:lvl1pPr>
          </a:lstStyle>
          <a:p>
            <a:pPr>
              <a:defRPr/>
            </a:pPr>
            <a:fld id="{142368EF-42CA-5C49-9C35-1002E055D2DF}" type="slidenum">
              <a:rPr lang="en-US"/>
              <a:pPr>
                <a:defRPr/>
              </a:pPr>
              <a:t>‹#›</a:t>
            </a:fld>
            <a:r>
              <a:rPr lang="en-US"/>
              <a:t> | PRIVATE AND CONFIDENTIAL | © Cambridge Cognition </a:t>
            </a:r>
            <a:fld id="{3AD53894-0F87-7B4D-B0DE-8594365A1A3A}" type="datetimeyyyy">
              <a:rPr lang="en-US"/>
              <a:pPr>
                <a:defRPr/>
              </a:pPr>
              <a:t>2026</a:t>
            </a:fld>
            <a:r>
              <a:rPr lang="en-US"/>
              <a:t>. All rights reserved. </a:t>
            </a:r>
          </a:p>
        </p:txBody>
      </p:sp>
    </p:spTree>
    <p:extLst>
      <p:ext uri="{BB962C8B-B14F-4D97-AF65-F5344CB8AC3E}">
        <p14:creationId xmlns:p14="http://schemas.microsoft.com/office/powerpoint/2010/main" val="2317959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3">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DAC9F9BE-B9A7-CCC0-9E5A-121F311A24F9}"/>
              </a:ext>
            </a:extLst>
          </p:cNvPr>
          <p:cNvSpPr/>
          <p:nvPr/>
        </p:nvSpPr>
        <p:spPr>
          <a:xfrm>
            <a:off x="0" y="0"/>
            <a:ext cx="9144000" cy="1558290"/>
          </a:xfrm>
          <a:custGeom>
            <a:avLst/>
            <a:gdLst/>
            <a:ahLst/>
            <a:cxnLst/>
            <a:rect l="l" t="t" r="r" b="b"/>
            <a:pathLst>
              <a:path w="27580755" h="5989988">
                <a:moveTo>
                  <a:pt x="0" y="0"/>
                </a:moveTo>
                <a:lnTo>
                  <a:pt x="27580755" y="0"/>
                </a:lnTo>
                <a:lnTo>
                  <a:pt x="27580755" y="5989989"/>
                </a:lnTo>
                <a:lnTo>
                  <a:pt x="0" y="5989989"/>
                </a:lnTo>
                <a:lnTo>
                  <a:pt x="0" y="0"/>
                </a:lnTo>
                <a:close/>
              </a:path>
            </a:pathLst>
          </a:custGeom>
          <a:blipFill>
            <a:blip r:embed="rId2">
              <a:alphaModFix amt="9999"/>
            </a:blip>
            <a:stretch>
              <a:fillRect l="-22898" t="-92198" r="-48361"/>
            </a:stretch>
          </a:blipFill>
        </p:spPr>
        <p:txBody>
          <a:bodyPr/>
          <a:lstStyle/>
          <a:p>
            <a:pPr eaLnBrk="1" fontAlgn="auto" hangingPunct="1">
              <a:spcBef>
                <a:spcPts val="0"/>
              </a:spcBef>
              <a:spcAft>
                <a:spcPts val="0"/>
              </a:spcAft>
              <a:defRPr/>
            </a:pPr>
            <a:endParaRPr lang="en-GB">
              <a:latin typeface="+mn-lt"/>
            </a:endParaRPr>
          </a:p>
        </p:txBody>
      </p:sp>
      <p:sp>
        <p:nvSpPr>
          <p:cNvPr id="3" name="Freeform 3">
            <a:extLst>
              <a:ext uri="{FF2B5EF4-FFF2-40B4-BE49-F238E27FC236}">
                <a16:creationId xmlns:a16="http://schemas.microsoft.com/office/drawing/2014/main" id="{94171102-79A5-7ACF-770E-E68D3B88D783}"/>
              </a:ext>
            </a:extLst>
          </p:cNvPr>
          <p:cNvSpPr>
            <a:spLocks/>
          </p:cNvSpPr>
          <p:nvPr/>
        </p:nvSpPr>
        <p:spPr bwMode="auto">
          <a:xfrm>
            <a:off x="7884319" y="0"/>
            <a:ext cx="903288" cy="569913"/>
          </a:xfrm>
          <a:custGeom>
            <a:avLst/>
            <a:gdLst>
              <a:gd name="T0" fmla="*/ 0 w 1805871"/>
              <a:gd name="T1" fmla="*/ 0 h 1139106"/>
              <a:gd name="T2" fmla="*/ 1805871 w 1805871"/>
              <a:gd name="T3" fmla="*/ 0 h 1139106"/>
              <a:gd name="T4" fmla="*/ 1805871 w 1805871"/>
              <a:gd name="T5" fmla="*/ 1139106 h 1139106"/>
              <a:gd name="T6" fmla="*/ 0 w 1805871"/>
              <a:gd name="T7" fmla="*/ 1139106 h 1139106"/>
              <a:gd name="T8" fmla="*/ 0 w 1805871"/>
              <a:gd name="T9" fmla="*/ 0 h 1139106"/>
            </a:gdLst>
            <a:ahLst/>
            <a:cxnLst>
              <a:cxn ang="0">
                <a:pos x="T0" y="T1"/>
              </a:cxn>
              <a:cxn ang="0">
                <a:pos x="T2" y="T3"/>
              </a:cxn>
              <a:cxn ang="0">
                <a:pos x="T4" y="T5"/>
              </a:cxn>
              <a:cxn ang="0">
                <a:pos x="T6" y="T7"/>
              </a:cxn>
              <a:cxn ang="0">
                <a:pos x="T8" y="T9"/>
              </a:cxn>
            </a:cxnLst>
            <a:rect l="0" t="0" r="r" b="b"/>
            <a:pathLst>
              <a:path w="1805871" h="1139106">
                <a:moveTo>
                  <a:pt x="0" y="0"/>
                </a:moveTo>
                <a:lnTo>
                  <a:pt x="1805871" y="0"/>
                </a:lnTo>
                <a:lnTo>
                  <a:pt x="1805871" y="1139106"/>
                </a:lnTo>
                <a:lnTo>
                  <a:pt x="0" y="1139106"/>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 name="Freeform 5">
            <a:extLst>
              <a:ext uri="{FF2B5EF4-FFF2-40B4-BE49-F238E27FC236}">
                <a16:creationId xmlns:a16="http://schemas.microsoft.com/office/drawing/2014/main" id="{17C7189E-21D1-7DD2-244E-B95D0CF56947}"/>
              </a:ext>
            </a:extLst>
          </p:cNvPr>
          <p:cNvSpPr/>
          <p:nvPr/>
        </p:nvSpPr>
        <p:spPr>
          <a:xfrm>
            <a:off x="0" y="4753452"/>
            <a:ext cx="9144000" cy="390049"/>
          </a:xfrm>
          <a:custGeom>
            <a:avLst/>
            <a:gdLst/>
            <a:ahLst/>
            <a:cxnLst/>
            <a:rect l="l" t="t" r="r" b="b"/>
            <a:pathLst>
              <a:path w="20696700" h="4886325">
                <a:moveTo>
                  <a:pt x="0" y="0"/>
                </a:moveTo>
                <a:lnTo>
                  <a:pt x="20696701" y="0"/>
                </a:lnTo>
                <a:lnTo>
                  <a:pt x="20696701" y="4886325"/>
                </a:lnTo>
                <a:lnTo>
                  <a:pt x="0" y="4886325"/>
                </a:lnTo>
                <a:lnTo>
                  <a:pt x="0" y="0"/>
                </a:lnTo>
                <a:close/>
              </a:path>
            </a:pathLst>
          </a:custGeom>
          <a:blipFill>
            <a:blip r:embed="rId4"/>
            <a:stretch>
              <a:fillRect l="-3297" t="-4078" r="-9874" b="-530451"/>
            </a:stretch>
          </a:blipFill>
        </p:spPr>
        <p:txBody>
          <a:bodyPr/>
          <a:lstStyle/>
          <a:p>
            <a:pPr eaLnBrk="1" fontAlgn="auto" hangingPunct="1">
              <a:spcBef>
                <a:spcPts val="0"/>
              </a:spcBef>
              <a:spcAft>
                <a:spcPts val="0"/>
              </a:spcAft>
              <a:defRPr/>
            </a:pPr>
            <a:endParaRPr lang="en-GB" sz="600">
              <a:latin typeface="+mn-lt"/>
            </a:endParaRPr>
          </a:p>
        </p:txBody>
      </p:sp>
      <p:sp>
        <p:nvSpPr>
          <p:cNvPr id="5" name="Slide Number Placeholder 5">
            <a:extLst>
              <a:ext uri="{FF2B5EF4-FFF2-40B4-BE49-F238E27FC236}">
                <a16:creationId xmlns:a16="http://schemas.microsoft.com/office/drawing/2014/main" id="{2A9EF301-E44D-9A6B-38D3-BC4DD9BAE301}"/>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tx1"/>
                </a:solidFill>
              </a:rPr>
              <a:t>www.cambridgecognition.com</a:t>
            </a:r>
          </a:p>
        </p:txBody>
      </p:sp>
      <p:sp>
        <p:nvSpPr>
          <p:cNvPr id="8" name="Content Placeholder 2"/>
          <p:cNvSpPr>
            <a:spLocks noGrp="1"/>
          </p:cNvSpPr>
          <p:nvPr>
            <p:ph sz="half" idx="1"/>
          </p:nvPr>
        </p:nvSpPr>
        <p:spPr>
          <a:xfrm>
            <a:off x="419100" y="704850"/>
            <a:ext cx="8305800" cy="4034428"/>
          </a:xfrm>
        </p:spPr>
        <p:txBody>
          <a:bodyPr>
            <a:noAutofit/>
          </a:bodyPr>
          <a:lstStyle>
            <a:lvl1pPr>
              <a:lnSpc>
                <a:spcPct val="100000"/>
              </a:lnSpc>
              <a:defRPr sz="1200"/>
            </a:lvl1pPr>
            <a:lvl2pPr>
              <a:lnSpc>
                <a:spcPct val="100000"/>
              </a:lnSpc>
              <a:defRPr sz="1000"/>
            </a:lvl2pPr>
            <a:lvl3pPr>
              <a:lnSpc>
                <a:spcPct val="100000"/>
              </a:lnSpc>
              <a:defRPr sz="900"/>
            </a:lvl3pPr>
            <a:lvl4pPr>
              <a:lnSpc>
                <a:spcPct val="100000"/>
              </a:lnSpc>
              <a:defRPr sz="800"/>
            </a:lvl4pPr>
            <a:lvl5pPr>
              <a:lnSpc>
                <a:spcPct val="100000"/>
              </a:lnSpc>
              <a:defRPr sz="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FC75EEC2-B4AA-D1DA-775C-CE95A30EB9CF}"/>
              </a:ext>
            </a:extLst>
          </p:cNvPr>
          <p:cNvSpPr>
            <a:spLocks noGrp="1"/>
          </p:cNvSpPr>
          <p:nvPr>
            <p:ph type="sldNum" sz="quarter" idx="10"/>
          </p:nvPr>
        </p:nvSpPr>
        <p:spPr>
          <a:xfrm>
            <a:off x="419100" y="4811713"/>
            <a:ext cx="4953000" cy="273844"/>
          </a:xfrm>
        </p:spPr>
        <p:txBody>
          <a:bodyPr/>
          <a:lstStyle>
            <a:lvl1pPr algn="l">
              <a:lnSpc>
                <a:spcPct val="100000"/>
              </a:lnSpc>
              <a:defRPr lang="en-GB" sz="600" kern="1200" smtClean="0">
                <a:solidFill>
                  <a:schemeClr val="tx1"/>
                </a:solidFill>
                <a:latin typeface="+mn-lt"/>
                <a:ea typeface="Neue Montreal"/>
                <a:cs typeface="Neue Montreal"/>
              </a:defRPr>
            </a:lvl1pPr>
          </a:lstStyle>
          <a:p>
            <a:pPr>
              <a:defRPr/>
            </a:pPr>
            <a:fld id="{E75B83B8-33B5-5744-9247-DA1C8DB4A68F}" type="slidenum">
              <a:rPr lang="en-US"/>
              <a:pPr>
                <a:defRPr/>
              </a:pPr>
              <a:t>‹#›</a:t>
            </a:fld>
            <a:r>
              <a:rPr lang="en-US"/>
              <a:t> | PRIVATE AND CONFIDENTIAL | © Cambridge Cognition </a:t>
            </a:r>
            <a:fld id="{3AD53894-0F87-7B4D-B0DE-8594365A1A3A}" type="datetimeyyyy">
              <a:rPr lang="en-US"/>
              <a:pPr>
                <a:defRPr/>
              </a:pPr>
              <a:t>2026</a:t>
            </a:fld>
            <a:r>
              <a:rPr lang="en-US"/>
              <a:t>. All rights reserved. </a:t>
            </a:r>
          </a:p>
        </p:txBody>
      </p:sp>
    </p:spTree>
    <p:extLst>
      <p:ext uri="{BB962C8B-B14F-4D97-AF65-F5344CB8AC3E}">
        <p14:creationId xmlns:p14="http://schemas.microsoft.com/office/powerpoint/2010/main" val="1127113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4">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02E2F6C1-E95E-09D6-40F8-C1657F2CD730}"/>
              </a:ext>
            </a:extLst>
          </p:cNvPr>
          <p:cNvSpPr/>
          <p:nvPr/>
        </p:nvSpPr>
        <p:spPr>
          <a:xfrm>
            <a:off x="-38100" y="540"/>
            <a:ext cx="9144000" cy="1558290"/>
          </a:xfrm>
          <a:custGeom>
            <a:avLst/>
            <a:gdLst/>
            <a:ahLst/>
            <a:cxnLst/>
            <a:rect l="l" t="t" r="r" b="b"/>
            <a:pathLst>
              <a:path w="27580755" h="5989988">
                <a:moveTo>
                  <a:pt x="0" y="0"/>
                </a:moveTo>
                <a:lnTo>
                  <a:pt x="27580755" y="0"/>
                </a:lnTo>
                <a:lnTo>
                  <a:pt x="27580755" y="5989989"/>
                </a:lnTo>
                <a:lnTo>
                  <a:pt x="0" y="5989989"/>
                </a:lnTo>
                <a:lnTo>
                  <a:pt x="0" y="0"/>
                </a:lnTo>
                <a:close/>
              </a:path>
            </a:pathLst>
          </a:custGeom>
          <a:blipFill>
            <a:blip r:embed="rId2">
              <a:alphaModFix amt="9999"/>
            </a:blip>
            <a:stretch>
              <a:fillRect l="-22898" t="-92198" r="-48361"/>
            </a:stretch>
          </a:blipFill>
        </p:spPr>
        <p:txBody>
          <a:bodyPr/>
          <a:lstStyle/>
          <a:p>
            <a:pPr eaLnBrk="1" fontAlgn="auto" hangingPunct="1">
              <a:spcBef>
                <a:spcPts val="0"/>
              </a:spcBef>
              <a:spcAft>
                <a:spcPts val="0"/>
              </a:spcAft>
              <a:defRPr/>
            </a:pPr>
            <a:endParaRPr lang="en-GB">
              <a:latin typeface="+mn-lt"/>
            </a:endParaRPr>
          </a:p>
        </p:txBody>
      </p:sp>
      <p:sp>
        <p:nvSpPr>
          <p:cNvPr id="5" name="Freeform 3">
            <a:extLst>
              <a:ext uri="{FF2B5EF4-FFF2-40B4-BE49-F238E27FC236}">
                <a16:creationId xmlns:a16="http://schemas.microsoft.com/office/drawing/2014/main" id="{2B3B422D-D119-5EEC-B223-7F3DE9DC2D56}"/>
              </a:ext>
            </a:extLst>
          </p:cNvPr>
          <p:cNvSpPr>
            <a:spLocks/>
          </p:cNvSpPr>
          <p:nvPr/>
        </p:nvSpPr>
        <p:spPr bwMode="auto">
          <a:xfrm>
            <a:off x="7884319" y="-12700"/>
            <a:ext cx="903288" cy="569119"/>
          </a:xfrm>
          <a:custGeom>
            <a:avLst/>
            <a:gdLst>
              <a:gd name="T0" fmla="*/ 0 w 1805871"/>
              <a:gd name="T1" fmla="*/ 0 h 1139106"/>
              <a:gd name="T2" fmla="*/ 1805871 w 1805871"/>
              <a:gd name="T3" fmla="*/ 0 h 1139106"/>
              <a:gd name="T4" fmla="*/ 1805871 w 1805871"/>
              <a:gd name="T5" fmla="*/ 1139106 h 1139106"/>
              <a:gd name="T6" fmla="*/ 0 w 1805871"/>
              <a:gd name="T7" fmla="*/ 1139106 h 1139106"/>
              <a:gd name="T8" fmla="*/ 0 w 1805871"/>
              <a:gd name="T9" fmla="*/ 0 h 1139106"/>
            </a:gdLst>
            <a:ahLst/>
            <a:cxnLst>
              <a:cxn ang="0">
                <a:pos x="T0" y="T1"/>
              </a:cxn>
              <a:cxn ang="0">
                <a:pos x="T2" y="T3"/>
              </a:cxn>
              <a:cxn ang="0">
                <a:pos x="T4" y="T5"/>
              </a:cxn>
              <a:cxn ang="0">
                <a:pos x="T6" y="T7"/>
              </a:cxn>
              <a:cxn ang="0">
                <a:pos x="T8" y="T9"/>
              </a:cxn>
            </a:cxnLst>
            <a:rect l="0" t="0" r="r" b="b"/>
            <a:pathLst>
              <a:path w="1805871" h="1139106">
                <a:moveTo>
                  <a:pt x="0" y="0"/>
                </a:moveTo>
                <a:lnTo>
                  <a:pt x="1805871" y="0"/>
                </a:lnTo>
                <a:lnTo>
                  <a:pt x="1805871" y="1139106"/>
                </a:lnTo>
                <a:lnTo>
                  <a:pt x="0" y="1139106"/>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 name="Freeform 5">
            <a:extLst>
              <a:ext uri="{FF2B5EF4-FFF2-40B4-BE49-F238E27FC236}">
                <a16:creationId xmlns:a16="http://schemas.microsoft.com/office/drawing/2014/main" id="{4ED2A4C8-DF1F-6A01-7F16-47F170976829}"/>
              </a:ext>
            </a:extLst>
          </p:cNvPr>
          <p:cNvSpPr/>
          <p:nvPr/>
        </p:nvSpPr>
        <p:spPr>
          <a:xfrm>
            <a:off x="0" y="4753452"/>
            <a:ext cx="9144000" cy="390049"/>
          </a:xfrm>
          <a:custGeom>
            <a:avLst/>
            <a:gdLst/>
            <a:ahLst/>
            <a:cxnLst/>
            <a:rect l="l" t="t" r="r" b="b"/>
            <a:pathLst>
              <a:path w="20696700" h="4886325">
                <a:moveTo>
                  <a:pt x="0" y="0"/>
                </a:moveTo>
                <a:lnTo>
                  <a:pt x="20696701" y="0"/>
                </a:lnTo>
                <a:lnTo>
                  <a:pt x="20696701" y="4886325"/>
                </a:lnTo>
                <a:lnTo>
                  <a:pt x="0" y="4886325"/>
                </a:lnTo>
                <a:lnTo>
                  <a:pt x="0" y="0"/>
                </a:lnTo>
                <a:close/>
              </a:path>
            </a:pathLst>
          </a:custGeom>
          <a:blipFill>
            <a:blip r:embed="rId4"/>
            <a:stretch>
              <a:fillRect l="-3297" t="-4078" r="-9874" b="-530451"/>
            </a:stretch>
          </a:blipFill>
        </p:spPr>
        <p:txBody>
          <a:bodyPr/>
          <a:lstStyle/>
          <a:p>
            <a:pPr eaLnBrk="1" fontAlgn="auto" hangingPunct="1">
              <a:spcBef>
                <a:spcPts val="0"/>
              </a:spcBef>
              <a:spcAft>
                <a:spcPts val="0"/>
              </a:spcAft>
              <a:defRPr/>
            </a:pPr>
            <a:endParaRPr lang="en-GB" sz="600">
              <a:latin typeface="+mn-lt"/>
            </a:endParaRPr>
          </a:p>
        </p:txBody>
      </p:sp>
      <p:sp>
        <p:nvSpPr>
          <p:cNvPr id="7" name="Slide Number Placeholder 5">
            <a:extLst>
              <a:ext uri="{FF2B5EF4-FFF2-40B4-BE49-F238E27FC236}">
                <a16:creationId xmlns:a16="http://schemas.microsoft.com/office/drawing/2014/main" id="{C901192D-9183-0E1A-9987-E0E268DD33F5}"/>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tx1"/>
                </a:solidFill>
              </a:rPr>
              <a:t>www.cambridgecognition.com</a:t>
            </a:r>
          </a:p>
        </p:txBody>
      </p:sp>
      <p:sp>
        <p:nvSpPr>
          <p:cNvPr id="2" name="Content Placeholder 2"/>
          <p:cNvSpPr>
            <a:spLocks noGrp="1"/>
          </p:cNvSpPr>
          <p:nvPr>
            <p:ph sz="half" idx="13"/>
          </p:nvPr>
        </p:nvSpPr>
        <p:spPr>
          <a:xfrm>
            <a:off x="419100" y="915566"/>
            <a:ext cx="4114800" cy="3614475"/>
          </a:xfrm>
        </p:spPr>
        <p:txBody>
          <a:bodyPr>
            <a:noAutofit/>
          </a:bodyPr>
          <a:lstStyle>
            <a:lvl1pPr>
              <a:lnSpc>
                <a:spcPct val="100000"/>
              </a:lnSpc>
              <a:defRPr sz="1200"/>
            </a:lvl1pPr>
            <a:lvl2pPr>
              <a:lnSpc>
                <a:spcPct val="100000"/>
              </a:lnSpc>
              <a:defRPr sz="1000"/>
            </a:lvl2pPr>
            <a:lvl3pPr>
              <a:lnSpc>
                <a:spcPct val="100000"/>
              </a:lnSpc>
              <a:defRPr sz="900"/>
            </a:lvl3pPr>
            <a:lvl4pPr>
              <a:lnSpc>
                <a:spcPct val="100000"/>
              </a:lnSpc>
              <a:defRPr sz="800"/>
            </a:lvl4pPr>
            <a:lvl5pPr>
              <a:lnSpc>
                <a:spcPct val="100000"/>
              </a:lnSpc>
              <a:defRPr sz="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 name="Content Placeholder 3"/>
          <p:cNvSpPr>
            <a:spLocks noGrp="1"/>
          </p:cNvSpPr>
          <p:nvPr>
            <p:ph sz="half" idx="2"/>
          </p:nvPr>
        </p:nvSpPr>
        <p:spPr>
          <a:xfrm>
            <a:off x="4610101" y="927780"/>
            <a:ext cx="4103915" cy="3614475"/>
          </a:xfrm>
        </p:spPr>
        <p:txBody>
          <a:bodyPr>
            <a:noAutofit/>
          </a:bodyPr>
          <a:lstStyle>
            <a:lvl1pPr>
              <a:lnSpc>
                <a:spcPct val="100000"/>
              </a:lnSpc>
              <a:defRPr sz="1200"/>
            </a:lvl1pPr>
            <a:lvl2pPr>
              <a:lnSpc>
                <a:spcPct val="100000"/>
              </a:lnSpc>
              <a:defRPr sz="1000"/>
            </a:lvl2pPr>
            <a:lvl3pPr>
              <a:lnSpc>
                <a:spcPct val="100000"/>
              </a:lnSpc>
              <a:defRPr sz="900"/>
            </a:lvl3pPr>
            <a:lvl4pPr>
              <a:lnSpc>
                <a:spcPct val="100000"/>
              </a:lnSpc>
              <a:defRPr sz="800"/>
            </a:lvl4pPr>
            <a:lvl5pPr>
              <a:lnSpc>
                <a:spcPct val="100000"/>
              </a:lnSpc>
              <a:defRPr sz="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9" name="Title 1"/>
          <p:cNvSpPr>
            <a:spLocks noGrp="1"/>
          </p:cNvSpPr>
          <p:nvPr>
            <p:ph type="title"/>
          </p:nvPr>
        </p:nvSpPr>
        <p:spPr>
          <a:xfrm>
            <a:off x="424543" y="371535"/>
            <a:ext cx="8294915" cy="333316"/>
          </a:xfrm>
        </p:spPr>
        <p:txBody>
          <a:bodyPr anchor="t">
            <a:noAutofit/>
          </a:bodyPr>
          <a:lstStyle>
            <a:lvl1pPr>
              <a:lnSpc>
                <a:spcPct val="100000"/>
              </a:lnSpc>
              <a:defRPr b="1">
                <a:latin typeface="+mj-lt"/>
              </a:defRPr>
            </a:lvl1pPr>
          </a:lstStyle>
          <a:p>
            <a:r>
              <a:rPr lang="en-GB"/>
              <a:t>Click to edit Master title style</a:t>
            </a:r>
          </a:p>
        </p:txBody>
      </p:sp>
      <p:sp>
        <p:nvSpPr>
          <p:cNvPr id="8" name="Slide Number Placeholder 5">
            <a:extLst>
              <a:ext uri="{FF2B5EF4-FFF2-40B4-BE49-F238E27FC236}">
                <a16:creationId xmlns:a16="http://schemas.microsoft.com/office/drawing/2014/main" id="{7C1D653F-2D8F-8DC9-641C-DCC8F9FCCBA0}"/>
              </a:ext>
            </a:extLst>
          </p:cNvPr>
          <p:cNvSpPr>
            <a:spLocks noGrp="1"/>
          </p:cNvSpPr>
          <p:nvPr>
            <p:ph type="sldNum" sz="quarter" idx="14"/>
          </p:nvPr>
        </p:nvSpPr>
        <p:spPr>
          <a:xfrm>
            <a:off x="419100" y="4811713"/>
            <a:ext cx="4953000" cy="273844"/>
          </a:xfrm>
        </p:spPr>
        <p:txBody>
          <a:bodyPr/>
          <a:lstStyle>
            <a:lvl1pPr algn="l">
              <a:lnSpc>
                <a:spcPct val="100000"/>
              </a:lnSpc>
              <a:defRPr lang="en-GB" sz="600" kern="1200" smtClean="0">
                <a:solidFill>
                  <a:schemeClr val="tx1"/>
                </a:solidFill>
                <a:latin typeface="+mn-lt"/>
                <a:ea typeface="Neue Montreal"/>
                <a:cs typeface="Neue Montreal"/>
              </a:defRPr>
            </a:lvl1pPr>
          </a:lstStyle>
          <a:p>
            <a:pPr>
              <a:defRPr/>
            </a:pPr>
            <a:fld id="{2A1FA51E-1C33-3844-860B-5813724374B7}" type="slidenum">
              <a:rPr lang="en-US"/>
              <a:pPr>
                <a:defRPr/>
              </a:pPr>
              <a:t>‹#›</a:t>
            </a:fld>
            <a:r>
              <a:rPr lang="en-US"/>
              <a:t> | PRIVATE AND CONFIDENTIAL | © Cambridge Cognition </a:t>
            </a:r>
            <a:fld id="{3AD53894-0F87-7B4D-B0DE-8594365A1A3A}" type="datetimeyyyy">
              <a:rPr lang="en-US"/>
              <a:pPr>
                <a:defRPr/>
              </a:pPr>
              <a:t>2026</a:t>
            </a:fld>
            <a:r>
              <a:rPr lang="en-US"/>
              <a:t>. All rights reserved. </a:t>
            </a:r>
          </a:p>
        </p:txBody>
      </p:sp>
    </p:spTree>
    <p:extLst>
      <p:ext uri="{BB962C8B-B14F-4D97-AF65-F5344CB8AC3E}">
        <p14:creationId xmlns:p14="http://schemas.microsoft.com/office/powerpoint/2010/main" val="32072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5">
    <p:bg>
      <p:bgPr>
        <a:solidFill>
          <a:schemeClr val="accent1"/>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08644E3B-EC92-F05E-7223-A1E6891EF975}"/>
              </a:ext>
            </a:extLst>
          </p:cNvPr>
          <p:cNvSpPr/>
          <p:nvPr/>
        </p:nvSpPr>
        <p:spPr>
          <a:xfrm>
            <a:off x="0" y="-1"/>
            <a:ext cx="9144000" cy="2810642"/>
          </a:xfrm>
          <a:custGeom>
            <a:avLst/>
            <a:gdLst/>
            <a:ahLst/>
            <a:cxnLst/>
            <a:rect l="l" t="t" r="r" b="b"/>
            <a:pathLst>
              <a:path w="27580755" h="5989988">
                <a:moveTo>
                  <a:pt x="0" y="0"/>
                </a:moveTo>
                <a:lnTo>
                  <a:pt x="27580755" y="0"/>
                </a:lnTo>
                <a:lnTo>
                  <a:pt x="27580755" y="5989988"/>
                </a:lnTo>
                <a:lnTo>
                  <a:pt x="0" y="5989988"/>
                </a:lnTo>
                <a:lnTo>
                  <a:pt x="0" y="0"/>
                </a:lnTo>
                <a:close/>
              </a:path>
            </a:pathLst>
          </a:custGeom>
          <a:blipFill>
            <a:blip r:embed="rId2">
              <a:alphaModFix amt="9999"/>
            </a:blip>
            <a:stretch>
              <a:fillRect l="-26215" t="-6559" r="-45044"/>
            </a:stretch>
          </a:blipFill>
        </p:spPr>
        <p:txBody>
          <a:bodyPr/>
          <a:lstStyle/>
          <a:p>
            <a:pPr eaLnBrk="1" fontAlgn="auto" hangingPunct="1">
              <a:spcBef>
                <a:spcPts val="0"/>
              </a:spcBef>
              <a:spcAft>
                <a:spcPts val="0"/>
              </a:spcAft>
              <a:defRPr/>
            </a:pPr>
            <a:endParaRPr lang="en-GB">
              <a:solidFill>
                <a:schemeClr val="bg2"/>
              </a:solidFill>
              <a:latin typeface="+mn-lt"/>
            </a:endParaRPr>
          </a:p>
        </p:txBody>
      </p:sp>
      <p:sp>
        <p:nvSpPr>
          <p:cNvPr id="3" name="Rectangle 2">
            <a:extLst>
              <a:ext uri="{FF2B5EF4-FFF2-40B4-BE49-F238E27FC236}">
                <a16:creationId xmlns:a16="http://schemas.microsoft.com/office/drawing/2014/main" id="{A2470280-8831-B27D-6076-0F6C41F73FC3}"/>
              </a:ext>
            </a:extLst>
          </p:cNvPr>
          <p:cNvSpPr/>
          <p:nvPr/>
        </p:nvSpPr>
        <p:spPr>
          <a:xfrm>
            <a:off x="3562350" y="3175"/>
            <a:ext cx="5626100" cy="51435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sp>
        <p:nvSpPr>
          <p:cNvPr id="4" name="Slide Number Placeholder 5">
            <a:extLst>
              <a:ext uri="{FF2B5EF4-FFF2-40B4-BE49-F238E27FC236}">
                <a16:creationId xmlns:a16="http://schemas.microsoft.com/office/drawing/2014/main" id="{28335683-72FC-104B-DD34-050B97B6681C}"/>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tx1"/>
                </a:solidFill>
              </a:rPr>
              <a:t>www.cambridgecognition.com</a:t>
            </a:r>
          </a:p>
        </p:txBody>
      </p:sp>
      <p:sp>
        <p:nvSpPr>
          <p:cNvPr id="5" name="Freeform 3">
            <a:extLst>
              <a:ext uri="{FF2B5EF4-FFF2-40B4-BE49-F238E27FC236}">
                <a16:creationId xmlns:a16="http://schemas.microsoft.com/office/drawing/2014/main" id="{F932F05A-51F0-6DD4-399C-5E24C01252F1}"/>
              </a:ext>
            </a:extLst>
          </p:cNvPr>
          <p:cNvSpPr>
            <a:spLocks/>
          </p:cNvSpPr>
          <p:nvPr/>
        </p:nvSpPr>
        <p:spPr bwMode="auto">
          <a:xfrm>
            <a:off x="7884319" y="5557"/>
            <a:ext cx="903288" cy="569119"/>
          </a:xfrm>
          <a:custGeom>
            <a:avLst/>
            <a:gdLst>
              <a:gd name="T0" fmla="*/ 0 w 1805871"/>
              <a:gd name="T1" fmla="*/ 0 h 1139106"/>
              <a:gd name="T2" fmla="*/ 1805871 w 1805871"/>
              <a:gd name="T3" fmla="*/ 0 h 1139106"/>
              <a:gd name="T4" fmla="*/ 1805871 w 1805871"/>
              <a:gd name="T5" fmla="*/ 1139106 h 1139106"/>
              <a:gd name="T6" fmla="*/ 0 w 1805871"/>
              <a:gd name="T7" fmla="*/ 1139106 h 1139106"/>
              <a:gd name="T8" fmla="*/ 0 w 1805871"/>
              <a:gd name="T9" fmla="*/ 0 h 1139106"/>
            </a:gdLst>
            <a:ahLst/>
            <a:cxnLst>
              <a:cxn ang="0">
                <a:pos x="T0" y="T1"/>
              </a:cxn>
              <a:cxn ang="0">
                <a:pos x="T2" y="T3"/>
              </a:cxn>
              <a:cxn ang="0">
                <a:pos x="T4" y="T5"/>
              </a:cxn>
              <a:cxn ang="0">
                <a:pos x="T6" y="T7"/>
              </a:cxn>
              <a:cxn ang="0">
                <a:pos x="T8" y="T9"/>
              </a:cxn>
            </a:cxnLst>
            <a:rect l="0" t="0" r="r" b="b"/>
            <a:pathLst>
              <a:path w="1805871" h="1139106">
                <a:moveTo>
                  <a:pt x="0" y="0"/>
                </a:moveTo>
                <a:lnTo>
                  <a:pt x="1805871" y="0"/>
                </a:lnTo>
                <a:lnTo>
                  <a:pt x="1805871" y="1139106"/>
                </a:lnTo>
                <a:lnTo>
                  <a:pt x="0" y="1139106"/>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 name="Title 1"/>
          <p:cNvSpPr>
            <a:spLocks noGrp="1"/>
          </p:cNvSpPr>
          <p:nvPr>
            <p:ph type="title"/>
          </p:nvPr>
        </p:nvSpPr>
        <p:spPr>
          <a:xfrm>
            <a:off x="438628" y="419525"/>
            <a:ext cx="2710422" cy="496042"/>
          </a:xfrm>
        </p:spPr>
        <p:txBody>
          <a:bodyPr anchor="b">
            <a:normAutofit/>
          </a:bodyPr>
          <a:lstStyle>
            <a:lvl1pPr>
              <a:lnSpc>
                <a:spcPct val="100000"/>
              </a:lnSpc>
              <a:defRPr sz="1800" b="1">
                <a:solidFill>
                  <a:schemeClr val="bg2"/>
                </a:solidFill>
                <a:latin typeface="+mj-lt"/>
              </a:defRPr>
            </a:lvl1pPr>
          </a:lstStyle>
          <a:p>
            <a:r>
              <a:rPr lang="en-GB"/>
              <a:t>Click to edit Master title style</a:t>
            </a:r>
          </a:p>
        </p:txBody>
      </p:sp>
      <p:sp>
        <p:nvSpPr>
          <p:cNvPr id="25" name="Content Placeholder 2"/>
          <p:cNvSpPr>
            <a:spLocks noGrp="1"/>
          </p:cNvSpPr>
          <p:nvPr>
            <p:ph sz="half" idx="1"/>
          </p:nvPr>
        </p:nvSpPr>
        <p:spPr>
          <a:xfrm>
            <a:off x="426619" y="1179297"/>
            <a:ext cx="2710423" cy="3324348"/>
          </a:xfrm>
        </p:spPr>
        <p:txBody>
          <a:bodyPr>
            <a:normAutofit/>
          </a:bodyPr>
          <a:lstStyle>
            <a:lvl1pPr>
              <a:lnSpc>
                <a:spcPct val="100000"/>
              </a:lnSpc>
              <a:defRPr sz="1200">
                <a:solidFill>
                  <a:schemeClr val="bg2"/>
                </a:solidFill>
              </a:defRPr>
            </a:lvl1pPr>
            <a:lvl2pPr>
              <a:lnSpc>
                <a:spcPct val="100000"/>
              </a:lnSpc>
              <a:defRPr sz="1000">
                <a:solidFill>
                  <a:schemeClr val="bg2"/>
                </a:solidFill>
              </a:defRPr>
            </a:lvl2pPr>
            <a:lvl3pPr>
              <a:lnSpc>
                <a:spcPct val="100000"/>
              </a:lnSpc>
              <a:defRPr sz="900">
                <a:solidFill>
                  <a:schemeClr val="bg2"/>
                </a:solidFill>
              </a:defRPr>
            </a:lvl3pPr>
            <a:lvl4pPr>
              <a:lnSpc>
                <a:spcPct val="100000"/>
              </a:lnSpc>
              <a:defRPr sz="800">
                <a:solidFill>
                  <a:schemeClr val="bg2"/>
                </a:solidFill>
              </a:defRPr>
            </a:lvl4pPr>
            <a:lvl5pPr>
              <a:lnSpc>
                <a:spcPct val="100000"/>
              </a:lnSpc>
              <a:defRPr sz="800">
                <a:solidFill>
                  <a:schemeClr val="bg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6" name="Content Placeholder 2"/>
          <p:cNvSpPr>
            <a:spLocks noGrp="1"/>
          </p:cNvSpPr>
          <p:nvPr>
            <p:ph sz="half" idx="13"/>
          </p:nvPr>
        </p:nvSpPr>
        <p:spPr>
          <a:xfrm>
            <a:off x="3925896" y="689136"/>
            <a:ext cx="4953000" cy="3691528"/>
          </a:xfrm>
        </p:spPr>
        <p:txBody>
          <a:bodyPr>
            <a:normAutofit/>
          </a:bodyPr>
          <a:lstStyle>
            <a:lvl1pPr>
              <a:lnSpc>
                <a:spcPct val="100000"/>
              </a:lnSpc>
              <a:defRPr sz="1200">
                <a:solidFill>
                  <a:schemeClr val="tx1"/>
                </a:solidFill>
              </a:defRPr>
            </a:lvl1pPr>
            <a:lvl2pPr>
              <a:lnSpc>
                <a:spcPct val="100000"/>
              </a:lnSpc>
              <a:defRPr sz="1000">
                <a:solidFill>
                  <a:schemeClr val="tx1"/>
                </a:solidFill>
              </a:defRPr>
            </a:lvl2pPr>
            <a:lvl3pPr>
              <a:lnSpc>
                <a:spcPct val="100000"/>
              </a:lnSpc>
              <a:defRPr sz="900">
                <a:solidFill>
                  <a:schemeClr val="tx1"/>
                </a:solidFill>
              </a:defRPr>
            </a:lvl3pPr>
            <a:lvl4pPr>
              <a:lnSpc>
                <a:spcPct val="100000"/>
              </a:lnSpc>
              <a:defRPr sz="800">
                <a:solidFill>
                  <a:schemeClr val="tx1"/>
                </a:solidFill>
              </a:defRPr>
            </a:lvl4pPr>
            <a:lvl5pPr>
              <a:lnSpc>
                <a:spcPct val="100000"/>
              </a:lnSpc>
              <a:defRPr sz="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881A24AF-A07B-EF00-5CC7-3B73BDBDDD15}"/>
              </a:ext>
            </a:extLst>
          </p:cNvPr>
          <p:cNvSpPr>
            <a:spLocks noGrp="1"/>
          </p:cNvSpPr>
          <p:nvPr>
            <p:ph type="sldNum" sz="quarter" idx="14"/>
          </p:nvPr>
        </p:nvSpPr>
        <p:spPr>
          <a:xfrm>
            <a:off x="419100" y="4811713"/>
            <a:ext cx="6438900" cy="273844"/>
          </a:xfrm>
        </p:spPr>
        <p:txBody>
          <a:bodyPr/>
          <a:lstStyle>
            <a:lvl1pPr algn="l">
              <a:lnSpc>
                <a:spcPct val="100000"/>
              </a:lnSpc>
              <a:defRPr lang="en-GB" sz="600" kern="1200" smtClean="0">
                <a:solidFill>
                  <a:schemeClr val="bg1"/>
                </a:solidFill>
                <a:latin typeface="+mn-lt"/>
                <a:ea typeface="Neue Montreal"/>
                <a:cs typeface="Neue Montreal"/>
              </a:defRPr>
            </a:lvl1pPr>
          </a:lstStyle>
          <a:p>
            <a:pPr>
              <a:defRPr/>
            </a:pPr>
            <a:fld id="{1C24CDD3-8A9F-2A42-964B-2D422313DD97}" type="slidenum">
              <a:rPr lang="en-US"/>
              <a:pPr>
                <a:defRPr/>
              </a:pPr>
              <a:t>‹#›</a:t>
            </a:fld>
            <a:r>
              <a:rPr lang="en-US"/>
              <a:t> | PRIVATE AND CONFIDENTIAL					</a:t>
            </a:r>
            <a:r>
              <a:rPr lang="en-US">
                <a:solidFill>
                  <a:schemeClr val="tx1"/>
                </a:solidFill>
              </a:rPr>
              <a:t>© Cambridge Cognition </a:t>
            </a:r>
            <a:fld id="{3AD53894-0F87-7B4D-B0DE-8594365A1A3A}" type="datetimeyyyy">
              <a:rPr lang="en-US">
                <a:solidFill>
                  <a:schemeClr val="tx1"/>
                </a:solidFill>
              </a:rPr>
              <a:pPr>
                <a:defRPr/>
              </a:pPr>
              <a:t>2026</a:t>
            </a:fld>
            <a:r>
              <a:rPr lang="en-US">
                <a:solidFill>
                  <a:schemeClr val="tx1"/>
                </a:solidFill>
              </a:rPr>
              <a:t>. All rights reserved. </a:t>
            </a:r>
          </a:p>
        </p:txBody>
      </p:sp>
    </p:spTree>
    <p:extLst>
      <p:ext uri="{BB962C8B-B14F-4D97-AF65-F5344CB8AC3E}">
        <p14:creationId xmlns:p14="http://schemas.microsoft.com/office/powerpoint/2010/main" val="1335946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_6">
    <p:bg>
      <p:bgPr>
        <a:solidFill>
          <a:schemeClr val="accent1"/>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16D4F124-67A5-5412-47C1-0F12817646AA}"/>
              </a:ext>
            </a:extLst>
          </p:cNvPr>
          <p:cNvSpPr/>
          <p:nvPr/>
        </p:nvSpPr>
        <p:spPr>
          <a:xfrm>
            <a:off x="-1" y="-1"/>
            <a:ext cx="9144001" cy="2700338"/>
          </a:xfrm>
          <a:custGeom>
            <a:avLst/>
            <a:gdLst/>
            <a:ahLst/>
            <a:cxnLst/>
            <a:rect l="l" t="t" r="r" b="b"/>
            <a:pathLst>
              <a:path w="27580755" h="5989988">
                <a:moveTo>
                  <a:pt x="0" y="0"/>
                </a:moveTo>
                <a:lnTo>
                  <a:pt x="27580755" y="0"/>
                </a:lnTo>
                <a:lnTo>
                  <a:pt x="27580755" y="5989988"/>
                </a:lnTo>
                <a:lnTo>
                  <a:pt x="0" y="5989988"/>
                </a:lnTo>
                <a:lnTo>
                  <a:pt x="0" y="0"/>
                </a:lnTo>
                <a:close/>
              </a:path>
            </a:pathLst>
          </a:custGeom>
          <a:blipFill>
            <a:blip r:embed="rId2">
              <a:alphaModFix amt="9999"/>
            </a:blip>
            <a:stretch>
              <a:fillRect l="-25930" t="-10912" r="-45330"/>
            </a:stretch>
          </a:blipFill>
        </p:spPr>
        <p:txBody>
          <a:bodyPr/>
          <a:lstStyle/>
          <a:p>
            <a:pPr eaLnBrk="1" fontAlgn="auto" hangingPunct="1">
              <a:spcBef>
                <a:spcPts val="0"/>
              </a:spcBef>
              <a:spcAft>
                <a:spcPts val="0"/>
              </a:spcAft>
              <a:defRPr/>
            </a:pPr>
            <a:endParaRPr lang="en-GB">
              <a:latin typeface="+mn-lt"/>
            </a:endParaRPr>
          </a:p>
        </p:txBody>
      </p:sp>
      <p:sp>
        <p:nvSpPr>
          <p:cNvPr id="3" name="TextBox 2">
            <a:extLst>
              <a:ext uri="{FF2B5EF4-FFF2-40B4-BE49-F238E27FC236}">
                <a16:creationId xmlns:a16="http://schemas.microsoft.com/office/drawing/2014/main" id="{EF7A79B4-39A2-6510-95AD-FE1F9C003271}"/>
              </a:ext>
            </a:extLst>
          </p:cNvPr>
          <p:cNvSpPr txBox="1"/>
          <p:nvPr/>
        </p:nvSpPr>
        <p:spPr>
          <a:xfrm>
            <a:off x="441325" y="1859756"/>
            <a:ext cx="1081088" cy="384721"/>
          </a:xfrm>
          <a:prstGeom prst="rect">
            <a:avLst/>
          </a:prstGeom>
        </p:spPr>
        <p:txBody>
          <a:bodyPr lIns="0" tIns="0" rIns="0" bIns="0">
            <a:spAutoFit/>
          </a:bodyPr>
          <a:lstStyle/>
          <a:p>
            <a:pPr algn="ctr" eaLnBrk="1" fontAlgn="auto" hangingPunct="1">
              <a:spcBef>
                <a:spcPts val="0"/>
              </a:spcBef>
              <a:spcAft>
                <a:spcPts val="0"/>
              </a:spcAft>
              <a:defRPr/>
            </a:pPr>
            <a:r>
              <a:rPr lang="en-US" sz="1250" b="1" spc="-34">
                <a:solidFill>
                  <a:srgbClr val="04537D"/>
                </a:solidFill>
                <a:latin typeface="Neue Montreal Medium"/>
                <a:ea typeface="Neue Montreal Medium"/>
                <a:cs typeface="Neue Montreal Medium"/>
                <a:sym typeface="Neue Montreal Medium"/>
              </a:rPr>
              <a:t>Click to add copy</a:t>
            </a:r>
          </a:p>
        </p:txBody>
      </p:sp>
      <p:sp>
        <p:nvSpPr>
          <p:cNvPr id="4" name="Rectangle 3">
            <a:extLst>
              <a:ext uri="{FF2B5EF4-FFF2-40B4-BE49-F238E27FC236}">
                <a16:creationId xmlns:a16="http://schemas.microsoft.com/office/drawing/2014/main" id="{B7D54323-B1D9-C711-692A-1B5A2A07DEEE}"/>
              </a:ext>
            </a:extLst>
          </p:cNvPr>
          <p:cNvSpPr/>
          <p:nvPr/>
        </p:nvSpPr>
        <p:spPr>
          <a:xfrm>
            <a:off x="0" y="1476375"/>
            <a:ext cx="9144000" cy="366712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sp>
        <p:nvSpPr>
          <p:cNvPr id="5" name="Freeform 10">
            <a:extLst>
              <a:ext uri="{FF2B5EF4-FFF2-40B4-BE49-F238E27FC236}">
                <a16:creationId xmlns:a16="http://schemas.microsoft.com/office/drawing/2014/main" id="{0A888E40-3D3F-56C1-DC52-AC72E7C59427}"/>
              </a:ext>
            </a:extLst>
          </p:cNvPr>
          <p:cNvSpPr>
            <a:spLocks/>
          </p:cNvSpPr>
          <p:nvPr/>
        </p:nvSpPr>
        <p:spPr bwMode="auto">
          <a:xfrm>
            <a:off x="7789863" y="0"/>
            <a:ext cx="902494" cy="569913"/>
          </a:xfrm>
          <a:custGeom>
            <a:avLst/>
            <a:gdLst>
              <a:gd name="T0" fmla="*/ 0 w 2690068"/>
              <a:gd name="T1" fmla="*/ 0 h 1696840"/>
              <a:gd name="T2" fmla="*/ 2690068 w 2690068"/>
              <a:gd name="T3" fmla="*/ 0 h 1696840"/>
              <a:gd name="T4" fmla="*/ 2690068 w 2690068"/>
              <a:gd name="T5" fmla="*/ 1696839 h 1696840"/>
              <a:gd name="T6" fmla="*/ 0 w 2690068"/>
              <a:gd name="T7" fmla="*/ 1696839 h 1696840"/>
              <a:gd name="T8" fmla="*/ 0 w 2690068"/>
              <a:gd name="T9" fmla="*/ 0 h 1696840"/>
            </a:gdLst>
            <a:ahLst/>
            <a:cxnLst>
              <a:cxn ang="0">
                <a:pos x="T0" y="T1"/>
              </a:cxn>
              <a:cxn ang="0">
                <a:pos x="T2" y="T3"/>
              </a:cxn>
              <a:cxn ang="0">
                <a:pos x="T4" y="T5"/>
              </a:cxn>
              <a:cxn ang="0">
                <a:pos x="T6" y="T7"/>
              </a:cxn>
              <a:cxn ang="0">
                <a:pos x="T8" y="T9"/>
              </a:cxn>
            </a:cxnLst>
            <a:rect l="0" t="0" r="r" b="b"/>
            <a:pathLst>
              <a:path w="2690068" h="1696840">
                <a:moveTo>
                  <a:pt x="0" y="0"/>
                </a:moveTo>
                <a:lnTo>
                  <a:pt x="2690068" y="0"/>
                </a:lnTo>
                <a:lnTo>
                  <a:pt x="2690068" y="1696839"/>
                </a:lnTo>
                <a:lnTo>
                  <a:pt x="0" y="1696839"/>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 name="Slide Number Placeholder 5">
            <a:extLst>
              <a:ext uri="{FF2B5EF4-FFF2-40B4-BE49-F238E27FC236}">
                <a16:creationId xmlns:a16="http://schemas.microsoft.com/office/drawing/2014/main" id="{CF14D87F-64C0-0A43-EEE6-36339FB8D378}"/>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tx1"/>
                </a:solidFill>
              </a:rPr>
              <a:t>www.cambridgecognition.com</a:t>
            </a:r>
          </a:p>
        </p:txBody>
      </p:sp>
      <p:sp>
        <p:nvSpPr>
          <p:cNvPr id="19" name="Title 1"/>
          <p:cNvSpPr>
            <a:spLocks noGrp="1"/>
          </p:cNvSpPr>
          <p:nvPr>
            <p:ph type="title"/>
          </p:nvPr>
        </p:nvSpPr>
        <p:spPr>
          <a:xfrm>
            <a:off x="441708" y="611651"/>
            <a:ext cx="8294914" cy="699765"/>
          </a:xfrm>
        </p:spPr>
        <p:txBody>
          <a:bodyPr anchor="t">
            <a:normAutofit/>
          </a:bodyPr>
          <a:lstStyle>
            <a:lvl1pPr>
              <a:lnSpc>
                <a:spcPct val="100000"/>
              </a:lnSpc>
              <a:defRPr b="1">
                <a:solidFill>
                  <a:schemeClr val="bg2"/>
                </a:solidFill>
                <a:latin typeface="+mj-lt"/>
              </a:defRPr>
            </a:lvl1pPr>
          </a:lstStyle>
          <a:p>
            <a:r>
              <a:rPr lang="en-GB"/>
              <a:t>Click to edit Master title style</a:t>
            </a:r>
          </a:p>
        </p:txBody>
      </p:sp>
      <p:sp>
        <p:nvSpPr>
          <p:cNvPr id="20" name="Content Placeholder 2"/>
          <p:cNvSpPr>
            <a:spLocks noGrp="1"/>
          </p:cNvSpPr>
          <p:nvPr>
            <p:ph sz="half" idx="1"/>
          </p:nvPr>
        </p:nvSpPr>
        <p:spPr>
          <a:xfrm>
            <a:off x="429985" y="1657350"/>
            <a:ext cx="8294915" cy="3081928"/>
          </a:xfrm>
        </p:spPr>
        <p:txBody>
          <a:bodyPr>
            <a:normAutofit/>
          </a:bodyPr>
          <a:lstStyle>
            <a:lvl1pPr>
              <a:lnSpc>
                <a:spcPct val="100000"/>
              </a:lnSpc>
              <a:defRPr sz="1200">
                <a:solidFill>
                  <a:schemeClr val="tx1"/>
                </a:solidFill>
              </a:defRPr>
            </a:lvl1pPr>
            <a:lvl2pPr>
              <a:lnSpc>
                <a:spcPct val="100000"/>
              </a:lnSpc>
              <a:defRPr sz="1000">
                <a:solidFill>
                  <a:schemeClr val="tx1"/>
                </a:solidFill>
              </a:defRPr>
            </a:lvl2pPr>
            <a:lvl3pPr>
              <a:lnSpc>
                <a:spcPct val="100000"/>
              </a:lnSpc>
              <a:defRPr sz="900">
                <a:solidFill>
                  <a:schemeClr val="tx1"/>
                </a:solidFill>
              </a:defRPr>
            </a:lvl3pPr>
            <a:lvl4pPr>
              <a:lnSpc>
                <a:spcPct val="100000"/>
              </a:lnSpc>
              <a:defRPr sz="800">
                <a:solidFill>
                  <a:schemeClr val="tx1"/>
                </a:solidFill>
              </a:defRPr>
            </a:lvl4pPr>
            <a:lvl5pPr>
              <a:lnSpc>
                <a:spcPct val="100000"/>
              </a:lnSpc>
              <a:defRPr sz="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Slide Number Placeholder 5">
            <a:extLst>
              <a:ext uri="{FF2B5EF4-FFF2-40B4-BE49-F238E27FC236}">
                <a16:creationId xmlns:a16="http://schemas.microsoft.com/office/drawing/2014/main" id="{03B2436A-7B7B-DC97-69D3-5A7C1D1DD05D}"/>
              </a:ext>
            </a:extLst>
          </p:cNvPr>
          <p:cNvSpPr>
            <a:spLocks noGrp="1"/>
          </p:cNvSpPr>
          <p:nvPr>
            <p:ph type="sldNum" sz="quarter" idx="10"/>
          </p:nvPr>
        </p:nvSpPr>
        <p:spPr>
          <a:xfrm>
            <a:off x="419100" y="4811713"/>
            <a:ext cx="4953000" cy="273844"/>
          </a:xfrm>
        </p:spPr>
        <p:txBody>
          <a:bodyPr/>
          <a:lstStyle>
            <a:lvl1pPr algn="l">
              <a:lnSpc>
                <a:spcPct val="100000"/>
              </a:lnSpc>
              <a:defRPr lang="en-GB" sz="600" kern="1200" smtClean="0">
                <a:solidFill>
                  <a:schemeClr val="tx1"/>
                </a:solidFill>
                <a:latin typeface="+mn-lt"/>
                <a:ea typeface="Neue Montreal"/>
                <a:cs typeface="Neue Montreal"/>
              </a:defRPr>
            </a:lvl1pPr>
          </a:lstStyle>
          <a:p>
            <a:pPr>
              <a:defRPr/>
            </a:pPr>
            <a:fld id="{6DAA406B-FF29-3E4E-A8CB-7A99802010C1}" type="slidenum">
              <a:rPr lang="en-US"/>
              <a:pPr>
                <a:defRPr/>
              </a:pPr>
              <a:t>‹#›</a:t>
            </a:fld>
            <a:r>
              <a:rPr lang="en-US"/>
              <a:t> | PRIVATE AND CONFIDENTIAL | © Cambridge Cognition </a:t>
            </a:r>
            <a:fld id="{3AD53894-0F87-7B4D-B0DE-8594365A1A3A}" type="datetimeyyyy">
              <a:rPr lang="en-US"/>
              <a:pPr>
                <a:defRPr/>
              </a:pPr>
              <a:t>2026</a:t>
            </a:fld>
            <a:r>
              <a:rPr lang="en-US"/>
              <a:t>. All rights reserved. </a:t>
            </a:r>
          </a:p>
        </p:txBody>
      </p:sp>
    </p:spTree>
    <p:extLst>
      <p:ext uri="{BB962C8B-B14F-4D97-AF65-F5344CB8AC3E}">
        <p14:creationId xmlns:p14="http://schemas.microsoft.com/office/powerpoint/2010/main" val="2787017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7">
    <p:bg>
      <p:bgPr>
        <a:solidFill>
          <a:schemeClr val="accent1"/>
        </a:solidFill>
        <a:effectLst/>
      </p:bgPr>
    </p:bg>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53F5E3A9-31ED-3C12-69EA-EC57FAD0AB24}"/>
              </a:ext>
            </a:extLst>
          </p:cNvPr>
          <p:cNvSpPr/>
          <p:nvPr/>
        </p:nvSpPr>
        <p:spPr>
          <a:xfrm>
            <a:off x="0" y="3881205"/>
            <a:ext cx="9144000" cy="1262295"/>
          </a:xfrm>
          <a:custGeom>
            <a:avLst/>
            <a:gdLst/>
            <a:ahLst/>
            <a:cxnLst/>
            <a:rect l="l" t="t" r="r" b="b"/>
            <a:pathLst>
              <a:path w="15272029" h="3605603">
                <a:moveTo>
                  <a:pt x="0" y="0"/>
                </a:moveTo>
                <a:lnTo>
                  <a:pt x="15272029" y="0"/>
                </a:lnTo>
                <a:lnTo>
                  <a:pt x="15272029" y="3605604"/>
                </a:lnTo>
                <a:lnTo>
                  <a:pt x="0" y="3605604"/>
                </a:lnTo>
                <a:lnTo>
                  <a:pt x="0" y="0"/>
                </a:lnTo>
                <a:close/>
              </a:path>
            </a:pathLst>
          </a:custGeom>
          <a:blipFill>
            <a:blip r:embed="rId2"/>
            <a:stretch>
              <a:fillRect t="-651" b="-651"/>
            </a:stretch>
          </a:blipFill>
        </p:spPr>
        <p:txBody>
          <a:bodyPr/>
          <a:lstStyle/>
          <a:p>
            <a:pPr eaLnBrk="1" fontAlgn="auto" hangingPunct="1">
              <a:spcBef>
                <a:spcPts val="0"/>
              </a:spcBef>
              <a:spcAft>
                <a:spcPts val="0"/>
              </a:spcAft>
              <a:defRPr/>
            </a:pPr>
            <a:endParaRPr lang="en-GB">
              <a:latin typeface="+mn-lt"/>
            </a:endParaRPr>
          </a:p>
        </p:txBody>
      </p:sp>
      <p:sp>
        <p:nvSpPr>
          <p:cNvPr id="3" name="Freeform 5">
            <a:extLst>
              <a:ext uri="{FF2B5EF4-FFF2-40B4-BE49-F238E27FC236}">
                <a16:creationId xmlns:a16="http://schemas.microsoft.com/office/drawing/2014/main" id="{956D580A-8424-10B2-FE3A-05AE6A687B85}"/>
              </a:ext>
            </a:extLst>
          </p:cNvPr>
          <p:cNvSpPr/>
          <p:nvPr/>
        </p:nvSpPr>
        <p:spPr>
          <a:xfrm rot="20355647">
            <a:off x="320543" y="3036346"/>
            <a:ext cx="9084699" cy="2646434"/>
          </a:xfrm>
          <a:custGeom>
            <a:avLst/>
            <a:gdLst/>
            <a:ahLst/>
            <a:cxnLst/>
            <a:rect l="l" t="t" r="r" b="b"/>
            <a:pathLst>
              <a:path w="18646569" h="4049662">
                <a:moveTo>
                  <a:pt x="0" y="0"/>
                </a:moveTo>
                <a:lnTo>
                  <a:pt x="18646569" y="0"/>
                </a:lnTo>
                <a:lnTo>
                  <a:pt x="18646569" y="4049662"/>
                </a:lnTo>
                <a:lnTo>
                  <a:pt x="0" y="4049662"/>
                </a:lnTo>
                <a:lnTo>
                  <a:pt x="0" y="0"/>
                </a:lnTo>
                <a:close/>
              </a:path>
            </a:pathLst>
          </a:custGeom>
          <a:blipFill dpi="0" rotWithShape="1">
            <a:blip r:embed="rId3">
              <a:alphaModFix amt="54000"/>
            </a:blip>
            <a:srcRect/>
            <a:stretch>
              <a:fillRect l="-14000" r="-46581" b="-5426"/>
            </a:stretch>
          </a:blipFill>
        </p:spPr>
        <p:txBody>
          <a:bodyPr/>
          <a:lstStyle/>
          <a:p>
            <a:pPr eaLnBrk="1" fontAlgn="auto" hangingPunct="1">
              <a:spcBef>
                <a:spcPts val="0"/>
              </a:spcBef>
              <a:spcAft>
                <a:spcPts val="0"/>
              </a:spcAft>
              <a:defRPr/>
            </a:pPr>
            <a:endParaRPr lang="en-GB">
              <a:latin typeface="+mn-lt"/>
            </a:endParaRPr>
          </a:p>
        </p:txBody>
      </p:sp>
      <p:sp>
        <p:nvSpPr>
          <p:cNvPr id="6" name="Freeform 10">
            <a:extLst>
              <a:ext uri="{FF2B5EF4-FFF2-40B4-BE49-F238E27FC236}">
                <a16:creationId xmlns:a16="http://schemas.microsoft.com/office/drawing/2014/main" id="{34689D7B-B252-3E91-81D2-92008A72F2A9}"/>
              </a:ext>
            </a:extLst>
          </p:cNvPr>
          <p:cNvSpPr>
            <a:spLocks/>
          </p:cNvSpPr>
          <p:nvPr/>
        </p:nvSpPr>
        <p:spPr bwMode="auto">
          <a:xfrm>
            <a:off x="359569" y="0"/>
            <a:ext cx="903288" cy="569913"/>
          </a:xfrm>
          <a:custGeom>
            <a:avLst/>
            <a:gdLst>
              <a:gd name="T0" fmla="*/ 0 w 2690068"/>
              <a:gd name="T1" fmla="*/ 0 h 1696840"/>
              <a:gd name="T2" fmla="*/ 2690068 w 2690068"/>
              <a:gd name="T3" fmla="*/ 0 h 1696840"/>
              <a:gd name="T4" fmla="*/ 2690068 w 2690068"/>
              <a:gd name="T5" fmla="*/ 1696839 h 1696840"/>
              <a:gd name="T6" fmla="*/ 0 w 2690068"/>
              <a:gd name="T7" fmla="*/ 1696839 h 1696840"/>
              <a:gd name="T8" fmla="*/ 0 w 2690068"/>
              <a:gd name="T9" fmla="*/ 0 h 1696840"/>
            </a:gdLst>
            <a:ahLst/>
            <a:cxnLst>
              <a:cxn ang="0">
                <a:pos x="T0" y="T1"/>
              </a:cxn>
              <a:cxn ang="0">
                <a:pos x="T2" y="T3"/>
              </a:cxn>
              <a:cxn ang="0">
                <a:pos x="T4" y="T5"/>
              </a:cxn>
              <a:cxn ang="0">
                <a:pos x="T6" y="T7"/>
              </a:cxn>
              <a:cxn ang="0">
                <a:pos x="T8" y="T9"/>
              </a:cxn>
            </a:cxnLst>
            <a:rect l="0" t="0" r="r" b="b"/>
            <a:pathLst>
              <a:path w="2690068" h="1696840">
                <a:moveTo>
                  <a:pt x="0" y="0"/>
                </a:moveTo>
                <a:lnTo>
                  <a:pt x="2690068" y="0"/>
                </a:lnTo>
                <a:lnTo>
                  <a:pt x="2690068" y="1696839"/>
                </a:lnTo>
                <a:lnTo>
                  <a:pt x="0" y="1696839"/>
                </a:lnTo>
                <a:lnTo>
                  <a:pt x="0" y="0"/>
                </a:lnTo>
                <a:close/>
              </a:path>
            </a:pathLst>
          </a:cu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 name="Slide Number Placeholder 5">
            <a:extLst>
              <a:ext uri="{FF2B5EF4-FFF2-40B4-BE49-F238E27FC236}">
                <a16:creationId xmlns:a16="http://schemas.microsoft.com/office/drawing/2014/main" id="{29CD8887-C239-06C6-4199-48807EF84B9D}"/>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bg2"/>
                </a:solidFill>
              </a:rPr>
              <a:t>www.cambridgecognition.com</a:t>
            </a:r>
          </a:p>
        </p:txBody>
      </p:sp>
      <p:sp>
        <p:nvSpPr>
          <p:cNvPr id="23" name="Picture Placeholder 22"/>
          <p:cNvSpPr>
            <a:spLocks noGrp="1"/>
          </p:cNvSpPr>
          <p:nvPr>
            <p:ph type="pic" sz="quarter" idx="13"/>
          </p:nvPr>
        </p:nvSpPr>
        <p:spPr>
          <a:xfrm flipH="1">
            <a:off x="6717392" y="207603"/>
            <a:ext cx="2013519" cy="1447801"/>
          </a:xfrm>
          <a:prstGeom prst="round2DiagRect">
            <a:avLst>
              <a:gd name="adj1" fmla="val 50000"/>
              <a:gd name="adj2" fmla="val 0"/>
            </a:avLst>
          </a:prstGeom>
          <a:solidFill>
            <a:schemeClr val="bg1"/>
          </a:solidFill>
          <a:ln>
            <a:solidFill>
              <a:schemeClr val="bg2"/>
            </a:solidFill>
          </a:ln>
        </p:spPr>
        <p:txBody>
          <a:bodyPr rtlCol="0">
            <a:normAutofit/>
          </a:bodyPr>
          <a:lstStyle>
            <a:lvl1pPr marL="0" indent="0">
              <a:lnSpc>
                <a:spcPct val="100000"/>
              </a:lnSpc>
              <a:buNone/>
              <a:defRPr/>
            </a:lvl1pPr>
          </a:lstStyle>
          <a:p>
            <a:pPr lvl="0"/>
            <a:r>
              <a:rPr lang="en-GB" noProof="0"/>
              <a:t>Click icon to add picture</a:t>
            </a:r>
          </a:p>
        </p:txBody>
      </p:sp>
      <p:sp>
        <p:nvSpPr>
          <p:cNvPr id="30" name="Title 1"/>
          <p:cNvSpPr>
            <a:spLocks noGrp="1"/>
          </p:cNvSpPr>
          <p:nvPr>
            <p:ph type="title"/>
          </p:nvPr>
        </p:nvSpPr>
        <p:spPr>
          <a:xfrm>
            <a:off x="429984" y="627655"/>
            <a:ext cx="5411400" cy="699765"/>
          </a:xfrm>
        </p:spPr>
        <p:txBody>
          <a:bodyPr anchor="t">
            <a:normAutofit/>
          </a:bodyPr>
          <a:lstStyle>
            <a:lvl1pPr>
              <a:lnSpc>
                <a:spcPct val="100000"/>
              </a:lnSpc>
              <a:defRPr b="1">
                <a:solidFill>
                  <a:schemeClr val="bg2"/>
                </a:solidFill>
                <a:latin typeface="+mj-lt"/>
              </a:defRPr>
            </a:lvl1pPr>
          </a:lstStyle>
          <a:p>
            <a:r>
              <a:rPr lang="en-GB"/>
              <a:t>Click to edit Master title style</a:t>
            </a:r>
          </a:p>
        </p:txBody>
      </p:sp>
      <p:sp>
        <p:nvSpPr>
          <p:cNvPr id="31" name="Content Placeholder 2"/>
          <p:cNvSpPr>
            <a:spLocks noGrp="1"/>
          </p:cNvSpPr>
          <p:nvPr>
            <p:ph sz="half" idx="1"/>
          </p:nvPr>
        </p:nvSpPr>
        <p:spPr>
          <a:xfrm>
            <a:off x="429984" y="1414931"/>
            <a:ext cx="5411400" cy="1868986"/>
          </a:xfrm>
        </p:spPr>
        <p:txBody>
          <a:bodyPr>
            <a:normAutofit/>
          </a:bodyPr>
          <a:lstStyle>
            <a:lvl1pPr>
              <a:lnSpc>
                <a:spcPct val="100000"/>
              </a:lnSpc>
              <a:defRPr sz="1200">
                <a:solidFill>
                  <a:schemeClr val="bg2"/>
                </a:solidFill>
              </a:defRPr>
            </a:lvl1pPr>
            <a:lvl2pPr>
              <a:lnSpc>
                <a:spcPct val="100000"/>
              </a:lnSpc>
              <a:defRPr sz="1000">
                <a:solidFill>
                  <a:schemeClr val="bg2"/>
                </a:solidFill>
              </a:defRPr>
            </a:lvl2pPr>
            <a:lvl3pPr>
              <a:lnSpc>
                <a:spcPct val="100000"/>
              </a:lnSpc>
              <a:defRPr sz="900">
                <a:solidFill>
                  <a:schemeClr val="bg2"/>
                </a:solidFill>
              </a:defRPr>
            </a:lvl3pPr>
            <a:lvl4pPr>
              <a:lnSpc>
                <a:spcPct val="100000"/>
              </a:lnSpc>
              <a:defRPr sz="800">
                <a:solidFill>
                  <a:schemeClr val="bg2"/>
                </a:solidFill>
              </a:defRPr>
            </a:lvl4pPr>
            <a:lvl5pPr>
              <a:lnSpc>
                <a:spcPct val="100000"/>
              </a:lnSpc>
              <a:defRPr sz="800">
                <a:solidFill>
                  <a:schemeClr val="bg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Picture Placeholder 22"/>
          <p:cNvSpPr>
            <a:spLocks noGrp="1"/>
          </p:cNvSpPr>
          <p:nvPr>
            <p:ph type="pic" sz="quarter" idx="16"/>
          </p:nvPr>
        </p:nvSpPr>
        <p:spPr>
          <a:xfrm flipH="1">
            <a:off x="6717392" y="3363431"/>
            <a:ext cx="2013519" cy="1447801"/>
          </a:xfrm>
          <a:prstGeom prst="round2DiagRect">
            <a:avLst>
              <a:gd name="adj1" fmla="val 50000"/>
              <a:gd name="adj2" fmla="val 0"/>
            </a:avLst>
          </a:prstGeom>
          <a:solidFill>
            <a:schemeClr val="bg1"/>
          </a:solidFill>
          <a:ln>
            <a:solidFill>
              <a:schemeClr val="bg2"/>
            </a:solidFill>
          </a:ln>
        </p:spPr>
        <p:txBody>
          <a:bodyPr rtlCol="0">
            <a:normAutofit/>
          </a:bodyPr>
          <a:lstStyle>
            <a:lvl1pPr marL="0" indent="0">
              <a:lnSpc>
                <a:spcPct val="100000"/>
              </a:lnSpc>
              <a:buNone/>
              <a:defRPr/>
            </a:lvl1pPr>
          </a:lstStyle>
          <a:p>
            <a:pPr lvl="0"/>
            <a:r>
              <a:rPr lang="en-GB" noProof="0"/>
              <a:t>Click icon to add picture</a:t>
            </a:r>
          </a:p>
        </p:txBody>
      </p:sp>
      <p:sp>
        <p:nvSpPr>
          <p:cNvPr id="5" name="Picture Placeholder 22"/>
          <p:cNvSpPr>
            <a:spLocks noGrp="1"/>
          </p:cNvSpPr>
          <p:nvPr>
            <p:ph type="pic" sz="quarter" idx="17"/>
          </p:nvPr>
        </p:nvSpPr>
        <p:spPr>
          <a:xfrm flipH="1">
            <a:off x="6717392" y="1785517"/>
            <a:ext cx="2013519" cy="1447801"/>
          </a:xfrm>
          <a:prstGeom prst="round2DiagRect">
            <a:avLst>
              <a:gd name="adj1" fmla="val 50000"/>
              <a:gd name="adj2" fmla="val 0"/>
            </a:avLst>
          </a:prstGeom>
          <a:solidFill>
            <a:schemeClr val="bg1"/>
          </a:solidFill>
          <a:ln>
            <a:solidFill>
              <a:schemeClr val="bg2"/>
            </a:solidFill>
          </a:ln>
        </p:spPr>
        <p:txBody>
          <a:bodyPr rtlCol="0">
            <a:normAutofit/>
          </a:bodyPr>
          <a:lstStyle>
            <a:lvl1pPr marL="0" indent="0">
              <a:lnSpc>
                <a:spcPct val="100000"/>
              </a:lnSpc>
              <a:buNone/>
              <a:defRPr/>
            </a:lvl1pPr>
          </a:lstStyle>
          <a:p>
            <a:pPr lvl="0"/>
            <a:r>
              <a:rPr lang="en-GB" noProof="0"/>
              <a:t>Click icon to add picture</a:t>
            </a:r>
          </a:p>
        </p:txBody>
      </p:sp>
      <p:sp>
        <p:nvSpPr>
          <p:cNvPr id="28" name="Text Placeholder 27"/>
          <p:cNvSpPr>
            <a:spLocks noGrp="1"/>
          </p:cNvSpPr>
          <p:nvPr>
            <p:ph type="body" sz="quarter" idx="15"/>
          </p:nvPr>
        </p:nvSpPr>
        <p:spPr>
          <a:xfrm>
            <a:off x="419100" y="3342018"/>
            <a:ext cx="5422284" cy="1188667"/>
          </a:xfrm>
          <a:prstGeom prst="roundRect">
            <a:avLst/>
          </a:prstGeom>
          <a:solidFill>
            <a:schemeClr val="accent3"/>
          </a:solidFill>
        </p:spPr>
        <p:txBody>
          <a:bodyPr lIns="216000" tIns="216000" rIns="216000" bIns="216000">
            <a:normAutofit/>
          </a:bodyPr>
          <a:lstStyle>
            <a:lvl1pPr marL="0" indent="0">
              <a:lnSpc>
                <a:spcPct val="100000"/>
              </a:lnSpc>
              <a:buNone/>
              <a:defRPr lang="en-GB" sz="1200" b="1" dirty="0">
                <a:solidFill>
                  <a:srgbClr val="153E64"/>
                </a:solidFill>
              </a:defRPr>
            </a:lvl1pPr>
          </a:lstStyle>
          <a:p>
            <a:pPr lvl="0"/>
            <a:r>
              <a:rPr lang="en-GB"/>
              <a:t>Click to edit Master text styles</a:t>
            </a:r>
          </a:p>
        </p:txBody>
      </p:sp>
      <p:sp>
        <p:nvSpPr>
          <p:cNvPr id="8" name="Slide Number Placeholder 5">
            <a:extLst>
              <a:ext uri="{FF2B5EF4-FFF2-40B4-BE49-F238E27FC236}">
                <a16:creationId xmlns:a16="http://schemas.microsoft.com/office/drawing/2014/main" id="{2F841E8B-7F18-7D5F-4CF4-62E35A11B16E}"/>
              </a:ext>
            </a:extLst>
          </p:cNvPr>
          <p:cNvSpPr>
            <a:spLocks noGrp="1"/>
          </p:cNvSpPr>
          <p:nvPr>
            <p:ph type="sldNum" sz="quarter" idx="18"/>
          </p:nvPr>
        </p:nvSpPr>
        <p:spPr>
          <a:xfrm>
            <a:off x="419100" y="4811713"/>
            <a:ext cx="4953000" cy="273844"/>
          </a:xfrm>
        </p:spPr>
        <p:txBody>
          <a:bodyPr/>
          <a:lstStyle>
            <a:lvl1pPr algn="l">
              <a:lnSpc>
                <a:spcPct val="100000"/>
              </a:lnSpc>
              <a:defRPr lang="en-GB" sz="600" kern="1200" smtClean="0">
                <a:solidFill>
                  <a:schemeClr val="bg2"/>
                </a:solidFill>
                <a:latin typeface="+mn-lt"/>
                <a:ea typeface="Neue Montreal"/>
                <a:cs typeface="Neue Montreal"/>
              </a:defRPr>
            </a:lvl1pPr>
          </a:lstStyle>
          <a:p>
            <a:pPr>
              <a:defRPr/>
            </a:pPr>
            <a:fld id="{1DD057F4-1990-AD4A-A7B8-F10AC3EF4424}" type="slidenum">
              <a:rPr lang="en-US"/>
              <a:pPr>
                <a:defRPr/>
              </a:pPr>
              <a:t>‹#›</a:t>
            </a:fld>
            <a:r>
              <a:rPr lang="en-US"/>
              <a:t> | PRIVATE AND CONFIDENTIAL | © Cambridge Cognition </a:t>
            </a:r>
            <a:fld id="{3AD53894-0F87-7B4D-B0DE-8594365A1A3A}" type="datetimeyyyy">
              <a:rPr lang="en-US"/>
              <a:pPr>
                <a:defRPr/>
              </a:pPr>
              <a:t>2026</a:t>
            </a:fld>
            <a:r>
              <a:rPr lang="en-US"/>
              <a:t>. All rights reserved. </a:t>
            </a:r>
          </a:p>
        </p:txBody>
      </p:sp>
    </p:spTree>
    <p:extLst>
      <p:ext uri="{BB962C8B-B14F-4D97-AF65-F5344CB8AC3E}">
        <p14:creationId xmlns:p14="http://schemas.microsoft.com/office/powerpoint/2010/main" val="25258519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_8">
    <p:bg>
      <p:bgPr>
        <a:solidFill>
          <a:srgbClr val="153E6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11E14B-B17C-106A-DD25-AA3B922719F9}"/>
              </a:ext>
            </a:extLst>
          </p:cNvPr>
          <p:cNvSpPr/>
          <p:nvPr/>
        </p:nvSpPr>
        <p:spPr>
          <a:xfrm>
            <a:off x="0" y="0"/>
            <a:ext cx="3048000" cy="5143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sp>
        <p:nvSpPr>
          <p:cNvPr id="3" name="Freeform 2">
            <a:extLst>
              <a:ext uri="{FF2B5EF4-FFF2-40B4-BE49-F238E27FC236}">
                <a16:creationId xmlns:a16="http://schemas.microsoft.com/office/drawing/2014/main" id="{14C1D070-3EAB-0300-B15A-C959CA1E8D1D}"/>
              </a:ext>
            </a:extLst>
          </p:cNvPr>
          <p:cNvSpPr/>
          <p:nvPr/>
        </p:nvSpPr>
        <p:spPr>
          <a:xfrm rot="5400000">
            <a:off x="-2149955" y="2149954"/>
            <a:ext cx="5143502" cy="843593"/>
          </a:xfrm>
          <a:custGeom>
            <a:avLst/>
            <a:gdLst/>
            <a:ahLst/>
            <a:cxnLst/>
            <a:rect l="l" t="t" r="r" b="b"/>
            <a:pathLst>
              <a:path w="14384027" h="3395953">
                <a:moveTo>
                  <a:pt x="0" y="0"/>
                </a:moveTo>
                <a:lnTo>
                  <a:pt x="14384027" y="0"/>
                </a:lnTo>
                <a:lnTo>
                  <a:pt x="14384027" y="3395953"/>
                </a:lnTo>
                <a:lnTo>
                  <a:pt x="0" y="3395953"/>
                </a:lnTo>
                <a:lnTo>
                  <a:pt x="0" y="0"/>
                </a:lnTo>
                <a:close/>
              </a:path>
            </a:pathLst>
          </a:custGeom>
          <a:blipFill>
            <a:blip r:embed="rId2">
              <a:alphaModFix amt="36000"/>
            </a:blip>
            <a:stretch>
              <a:fillRect l="-32751" t="-1311" r="-7077" b="-102589"/>
            </a:stretch>
          </a:blipFill>
        </p:spPr>
        <p:txBody>
          <a:bodyPr/>
          <a:lstStyle/>
          <a:p>
            <a:pPr eaLnBrk="1" fontAlgn="auto" hangingPunct="1">
              <a:spcBef>
                <a:spcPts val="0"/>
              </a:spcBef>
              <a:spcAft>
                <a:spcPts val="0"/>
              </a:spcAft>
              <a:defRPr/>
            </a:pPr>
            <a:endParaRPr lang="en-GB">
              <a:latin typeface="+mn-lt"/>
            </a:endParaRPr>
          </a:p>
        </p:txBody>
      </p:sp>
      <p:sp>
        <p:nvSpPr>
          <p:cNvPr id="4" name="Freeform 3">
            <a:extLst>
              <a:ext uri="{FF2B5EF4-FFF2-40B4-BE49-F238E27FC236}">
                <a16:creationId xmlns:a16="http://schemas.microsoft.com/office/drawing/2014/main" id="{A9C9D57F-FB0F-E894-8157-3A65A6533B40}"/>
              </a:ext>
            </a:extLst>
          </p:cNvPr>
          <p:cNvSpPr/>
          <p:nvPr/>
        </p:nvSpPr>
        <p:spPr>
          <a:xfrm rot="16200000">
            <a:off x="5793920" y="1793421"/>
            <a:ext cx="5143502" cy="1556659"/>
          </a:xfrm>
          <a:custGeom>
            <a:avLst/>
            <a:gdLst/>
            <a:ahLst/>
            <a:cxnLst/>
            <a:rect l="l" t="t" r="r" b="b"/>
            <a:pathLst>
              <a:path w="20696700" h="4886325">
                <a:moveTo>
                  <a:pt x="0" y="0"/>
                </a:moveTo>
                <a:lnTo>
                  <a:pt x="20696700" y="0"/>
                </a:lnTo>
                <a:lnTo>
                  <a:pt x="20696700" y="4886325"/>
                </a:lnTo>
                <a:lnTo>
                  <a:pt x="0" y="4886325"/>
                </a:lnTo>
                <a:lnTo>
                  <a:pt x="0" y="0"/>
                </a:lnTo>
                <a:close/>
              </a:path>
            </a:pathLst>
          </a:custGeom>
          <a:blipFill>
            <a:blip r:embed="rId2"/>
            <a:stretch>
              <a:fillRect l="-33049" t="-1021" r="-68144" b="-57971"/>
            </a:stretch>
          </a:blipFill>
        </p:spPr>
        <p:txBody>
          <a:bodyPr/>
          <a:lstStyle/>
          <a:p>
            <a:pPr eaLnBrk="1" fontAlgn="auto" hangingPunct="1">
              <a:spcBef>
                <a:spcPts val="0"/>
              </a:spcBef>
              <a:spcAft>
                <a:spcPts val="0"/>
              </a:spcAft>
              <a:defRPr/>
            </a:pPr>
            <a:endParaRPr lang="en-GB">
              <a:latin typeface="+mn-lt"/>
            </a:endParaRPr>
          </a:p>
        </p:txBody>
      </p:sp>
      <p:sp>
        <p:nvSpPr>
          <p:cNvPr id="5" name="Freeform 4">
            <a:extLst>
              <a:ext uri="{FF2B5EF4-FFF2-40B4-BE49-F238E27FC236}">
                <a16:creationId xmlns:a16="http://schemas.microsoft.com/office/drawing/2014/main" id="{B1FBC9E4-0B51-ED2C-9AFB-BEFEB0E4513C}"/>
              </a:ext>
            </a:extLst>
          </p:cNvPr>
          <p:cNvSpPr/>
          <p:nvPr/>
        </p:nvSpPr>
        <p:spPr>
          <a:xfrm rot="1762742">
            <a:off x="-245246" y="3830323"/>
            <a:ext cx="1639512" cy="1460343"/>
          </a:xfrm>
          <a:custGeom>
            <a:avLst/>
            <a:gdLst/>
            <a:ahLst/>
            <a:cxnLst/>
            <a:rect l="l" t="t" r="r" b="b"/>
            <a:pathLst>
              <a:path w="17562352" h="3814192">
                <a:moveTo>
                  <a:pt x="0" y="0"/>
                </a:moveTo>
                <a:lnTo>
                  <a:pt x="17562353" y="0"/>
                </a:lnTo>
                <a:lnTo>
                  <a:pt x="17562353" y="3814191"/>
                </a:lnTo>
                <a:lnTo>
                  <a:pt x="0" y="3814191"/>
                </a:lnTo>
                <a:lnTo>
                  <a:pt x="0" y="0"/>
                </a:lnTo>
                <a:close/>
              </a:path>
            </a:pathLst>
          </a:custGeom>
          <a:blipFill>
            <a:blip r:embed="rId3"/>
            <a:stretch>
              <a:fillRect l="-326236" t="1" r="-181972" b="-30593"/>
            </a:stretch>
          </a:blipFill>
        </p:spPr>
        <p:txBody>
          <a:bodyPr/>
          <a:lstStyle/>
          <a:p>
            <a:pPr eaLnBrk="1" fontAlgn="auto" hangingPunct="1">
              <a:spcBef>
                <a:spcPts val="0"/>
              </a:spcBef>
              <a:spcAft>
                <a:spcPts val="0"/>
              </a:spcAft>
              <a:defRPr/>
            </a:pPr>
            <a:endParaRPr lang="en-GB">
              <a:latin typeface="+mn-lt"/>
            </a:endParaRPr>
          </a:p>
        </p:txBody>
      </p:sp>
      <p:sp>
        <p:nvSpPr>
          <p:cNvPr id="6" name="Freeform 11">
            <a:extLst>
              <a:ext uri="{FF2B5EF4-FFF2-40B4-BE49-F238E27FC236}">
                <a16:creationId xmlns:a16="http://schemas.microsoft.com/office/drawing/2014/main" id="{7DEFFBAE-9D17-4594-9EEB-234EA641A5D0}"/>
              </a:ext>
            </a:extLst>
          </p:cNvPr>
          <p:cNvSpPr/>
          <p:nvPr/>
        </p:nvSpPr>
        <p:spPr>
          <a:xfrm rot="1762742">
            <a:off x="6351049" y="-17167"/>
            <a:ext cx="2953627" cy="1708204"/>
          </a:xfrm>
          <a:custGeom>
            <a:avLst/>
            <a:gdLst/>
            <a:ahLst/>
            <a:cxnLst/>
            <a:rect l="l" t="t" r="r" b="b"/>
            <a:pathLst>
              <a:path w="17562352" h="3814192">
                <a:moveTo>
                  <a:pt x="0" y="0"/>
                </a:moveTo>
                <a:lnTo>
                  <a:pt x="17562353" y="0"/>
                </a:lnTo>
                <a:lnTo>
                  <a:pt x="17562353" y="3814192"/>
                </a:lnTo>
                <a:lnTo>
                  <a:pt x="0" y="3814192"/>
                </a:lnTo>
                <a:lnTo>
                  <a:pt x="0" y="0"/>
                </a:lnTo>
                <a:close/>
              </a:path>
            </a:pathLst>
          </a:custGeom>
          <a:blipFill>
            <a:blip r:embed="rId3"/>
            <a:stretch>
              <a:fillRect l="-96887" t="-11644" r="-140720"/>
            </a:stretch>
          </a:blipFill>
        </p:spPr>
        <p:txBody>
          <a:bodyPr/>
          <a:lstStyle/>
          <a:p>
            <a:pPr eaLnBrk="1" fontAlgn="auto" hangingPunct="1">
              <a:spcBef>
                <a:spcPts val="0"/>
              </a:spcBef>
              <a:spcAft>
                <a:spcPts val="0"/>
              </a:spcAft>
              <a:defRPr/>
            </a:pPr>
            <a:endParaRPr lang="en-GB">
              <a:latin typeface="+mn-lt"/>
            </a:endParaRPr>
          </a:p>
        </p:txBody>
      </p:sp>
      <p:sp>
        <p:nvSpPr>
          <p:cNvPr id="7" name="Freeform 10">
            <a:extLst>
              <a:ext uri="{FF2B5EF4-FFF2-40B4-BE49-F238E27FC236}">
                <a16:creationId xmlns:a16="http://schemas.microsoft.com/office/drawing/2014/main" id="{BCB8569B-8F69-6CA0-724D-C02A1574B229}"/>
              </a:ext>
            </a:extLst>
          </p:cNvPr>
          <p:cNvSpPr>
            <a:spLocks/>
          </p:cNvSpPr>
          <p:nvPr/>
        </p:nvSpPr>
        <p:spPr bwMode="auto">
          <a:xfrm>
            <a:off x="7789863" y="0"/>
            <a:ext cx="902494" cy="569913"/>
          </a:xfrm>
          <a:custGeom>
            <a:avLst/>
            <a:gdLst>
              <a:gd name="T0" fmla="*/ 0 w 2690068"/>
              <a:gd name="T1" fmla="*/ 0 h 1696840"/>
              <a:gd name="T2" fmla="*/ 2690068 w 2690068"/>
              <a:gd name="T3" fmla="*/ 0 h 1696840"/>
              <a:gd name="T4" fmla="*/ 2690068 w 2690068"/>
              <a:gd name="T5" fmla="*/ 1696839 h 1696840"/>
              <a:gd name="T6" fmla="*/ 0 w 2690068"/>
              <a:gd name="T7" fmla="*/ 1696839 h 1696840"/>
              <a:gd name="T8" fmla="*/ 0 w 2690068"/>
              <a:gd name="T9" fmla="*/ 0 h 1696840"/>
            </a:gdLst>
            <a:ahLst/>
            <a:cxnLst>
              <a:cxn ang="0">
                <a:pos x="T0" y="T1"/>
              </a:cxn>
              <a:cxn ang="0">
                <a:pos x="T2" y="T3"/>
              </a:cxn>
              <a:cxn ang="0">
                <a:pos x="T4" y="T5"/>
              </a:cxn>
              <a:cxn ang="0">
                <a:pos x="T6" y="T7"/>
              </a:cxn>
              <a:cxn ang="0">
                <a:pos x="T8" y="T9"/>
              </a:cxn>
            </a:cxnLst>
            <a:rect l="0" t="0" r="r" b="b"/>
            <a:pathLst>
              <a:path w="2690068" h="1696840">
                <a:moveTo>
                  <a:pt x="0" y="0"/>
                </a:moveTo>
                <a:lnTo>
                  <a:pt x="2690068" y="0"/>
                </a:lnTo>
                <a:lnTo>
                  <a:pt x="2690068" y="1696839"/>
                </a:lnTo>
                <a:lnTo>
                  <a:pt x="0" y="1696839"/>
                </a:lnTo>
                <a:lnTo>
                  <a:pt x="0" y="0"/>
                </a:lnTo>
                <a:close/>
              </a:path>
            </a:pathLst>
          </a:cu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 name="Slide Number Placeholder 5">
            <a:extLst>
              <a:ext uri="{FF2B5EF4-FFF2-40B4-BE49-F238E27FC236}">
                <a16:creationId xmlns:a16="http://schemas.microsoft.com/office/drawing/2014/main" id="{E135D4EA-47ED-8276-8658-82E15C65252D}"/>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bg2"/>
                </a:solidFill>
              </a:rPr>
              <a:t>www.cambridgecognition.com</a:t>
            </a:r>
          </a:p>
        </p:txBody>
      </p:sp>
      <p:sp>
        <p:nvSpPr>
          <p:cNvPr id="37" name="Content Placeholder 2"/>
          <p:cNvSpPr>
            <a:spLocks noGrp="1"/>
          </p:cNvSpPr>
          <p:nvPr>
            <p:ph sz="half" idx="1"/>
          </p:nvPr>
        </p:nvSpPr>
        <p:spPr>
          <a:xfrm>
            <a:off x="3464613" y="1468252"/>
            <a:ext cx="5260288" cy="3228423"/>
          </a:xfrm>
        </p:spPr>
        <p:txBody>
          <a:bodyPr>
            <a:normAutofit/>
          </a:bodyPr>
          <a:lstStyle>
            <a:lvl1pPr>
              <a:lnSpc>
                <a:spcPct val="100000"/>
              </a:lnSpc>
              <a:defRPr sz="1200">
                <a:solidFill>
                  <a:schemeClr val="bg2"/>
                </a:solidFill>
              </a:defRPr>
            </a:lvl1pPr>
            <a:lvl2pPr>
              <a:lnSpc>
                <a:spcPct val="100000"/>
              </a:lnSpc>
              <a:defRPr sz="1000">
                <a:solidFill>
                  <a:schemeClr val="bg2"/>
                </a:solidFill>
              </a:defRPr>
            </a:lvl2pPr>
            <a:lvl3pPr>
              <a:lnSpc>
                <a:spcPct val="100000"/>
              </a:lnSpc>
              <a:defRPr sz="900">
                <a:solidFill>
                  <a:schemeClr val="bg2"/>
                </a:solidFill>
              </a:defRPr>
            </a:lvl3pPr>
            <a:lvl4pPr>
              <a:lnSpc>
                <a:spcPct val="100000"/>
              </a:lnSpc>
              <a:defRPr sz="800">
                <a:solidFill>
                  <a:schemeClr val="bg2"/>
                </a:solidFill>
              </a:defRPr>
            </a:lvl4pPr>
            <a:lvl5pPr>
              <a:lnSpc>
                <a:spcPct val="100000"/>
              </a:lnSpc>
              <a:defRPr sz="800">
                <a:solidFill>
                  <a:schemeClr val="bg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8" name="Title 1"/>
          <p:cNvSpPr>
            <a:spLocks noGrp="1"/>
          </p:cNvSpPr>
          <p:nvPr>
            <p:ph type="title"/>
          </p:nvPr>
        </p:nvSpPr>
        <p:spPr>
          <a:xfrm>
            <a:off x="3464613" y="452575"/>
            <a:ext cx="5242220" cy="699765"/>
          </a:xfrm>
        </p:spPr>
        <p:txBody>
          <a:bodyPr anchor="t">
            <a:normAutofit/>
          </a:bodyPr>
          <a:lstStyle>
            <a:lvl1pPr>
              <a:lnSpc>
                <a:spcPct val="100000"/>
              </a:lnSpc>
              <a:defRPr b="1">
                <a:solidFill>
                  <a:schemeClr val="bg2"/>
                </a:solidFill>
                <a:latin typeface="+mj-lt"/>
              </a:defRPr>
            </a:lvl1pPr>
          </a:lstStyle>
          <a:p>
            <a:r>
              <a:rPr lang="en-GB"/>
              <a:t>Click to edit Master title style</a:t>
            </a:r>
          </a:p>
        </p:txBody>
      </p:sp>
      <p:sp>
        <p:nvSpPr>
          <p:cNvPr id="39" name="Content Placeholder 2"/>
          <p:cNvSpPr>
            <a:spLocks noGrp="1"/>
          </p:cNvSpPr>
          <p:nvPr>
            <p:ph sz="half" idx="10"/>
          </p:nvPr>
        </p:nvSpPr>
        <p:spPr>
          <a:xfrm>
            <a:off x="419100" y="1326701"/>
            <a:ext cx="2188368" cy="1103498"/>
          </a:xfrm>
        </p:spPr>
        <p:txBody>
          <a:bodyPr>
            <a:noAutofit/>
          </a:bodyPr>
          <a:lstStyle>
            <a:lvl1pPr>
              <a:lnSpc>
                <a:spcPct val="100000"/>
              </a:lnSpc>
              <a:defRPr sz="1200">
                <a:solidFill>
                  <a:schemeClr val="tx1"/>
                </a:solidFill>
              </a:defRPr>
            </a:lvl1pPr>
            <a:lvl2pPr>
              <a:lnSpc>
                <a:spcPct val="100000"/>
              </a:lnSpc>
              <a:defRPr sz="1000">
                <a:solidFill>
                  <a:schemeClr val="tx1"/>
                </a:solidFill>
              </a:defRPr>
            </a:lvl2pPr>
            <a:lvl3pPr>
              <a:lnSpc>
                <a:spcPct val="100000"/>
              </a:lnSpc>
              <a:defRPr sz="900">
                <a:solidFill>
                  <a:schemeClr val="tx1"/>
                </a:solidFill>
              </a:defRPr>
            </a:lvl3pPr>
            <a:lvl4pPr>
              <a:lnSpc>
                <a:spcPct val="100000"/>
              </a:lnSpc>
              <a:defRPr sz="800">
                <a:solidFill>
                  <a:schemeClr val="tx1"/>
                </a:solidFill>
              </a:defRPr>
            </a:lvl4pPr>
            <a:lvl5pPr>
              <a:lnSpc>
                <a:spcPct val="100000"/>
              </a:lnSpc>
              <a:defRPr sz="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3" name="Text Placeholder 52"/>
          <p:cNvSpPr>
            <a:spLocks noGrp="1"/>
          </p:cNvSpPr>
          <p:nvPr>
            <p:ph type="body" sz="quarter" idx="16"/>
          </p:nvPr>
        </p:nvSpPr>
        <p:spPr>
          <a:xfrm>
            <a:off x="419100" y="462017"/>
            <a:ext cx="2188368" cy="709158"/>
          </a:xfrm>
        </p:spPr>
        <p:txBody>
          <a:bodyPr>
            <a:noAutofit/>
          </a:bodyPr>
          <a:lstStyle>
            <a:lvl1pPr marL="0" indent="0">
              <a:lnSpc>
                <a:spcPct val="100000"/>
              </a:lnSpc>
              <a:buNone/>
              <a:defRPr sz="1800" b="1"/>
            </a:lvl1pPr>
          </a:lstStyle>
          <a:p>
            <a:pPr lvl="0"/>
            <a:r>
              <a:rPr lang="en-GB"/>
              <a:t>Click to edit Master text styles</a:t>
            </a:r>
          </a:p>
        </p:txBody>
      </p:sp>
      <p:sp>
        <p:nvSpPr>
          <p:cNvPr id="54" name="Content Placeholder 2"/>
          <p:cNvSpPr>
            <a:spLocks noGrp="1"/>
          </p:cNvSpPr>
          <p:nvPr>
            <p:ph sz="half" idx="17"/>
          </p:nvPr>
        </p:nvSpPr>
        <p:spPr>
          <a:xfrm>
            <a:off x="419100" y="3517305"/>
            <a:ext cx="2188368" cy="1103498"/>
          </a:xfrm>
        </p:spPr>
        <p:txBody>
          <a:bodyPr>
            <a:noAutofit/>
          </a:bodyPr>
          <a:lstStyle>
            <a:lvl1pPr>
              <a:lnSpc>
                <a:spcPct val="100000"/>
              </a:lnSpc>
              <a:defRPr sz="1200">
                <a:solidFill>
                  <a:schemeClr val="tx1"/>
                </a:solidFill>
              </a:defRPr>
            </a:lvl1pPr>
            <a:lvl2pPr>
              <a:lnSpc>
                <a:spcPct val="100000"/>
              </a:lnSpc>
              <a:defRPr sz="1000">
                <a:solidFill>
                  <a:schemeClr val="tx1"/>
                </a:solidFill>
              </a:defRPr>
            </a:lvl2pPr>
            <a:lvl3pPr>
              <a:lnSpc>
                <a:spcPct val="100000"/>
              </a:lnSpc>
              <a:defRPr sz="900">
                <a:solidFill>
                  <a:schemeClr val="tx1"/>
                </a:solidFill>
              </a:defRPr>
            </a:lvl3pPr>
            <a:lvl4pPr>
              <a:lnSpc>
                <a:spcPct val="100000"/>
              </a:lnSpc>
              <a:defRPr sz="800">
                <a:solidFill>
                  <a:schemeClr val="tx1"/>
                </a:solidFill>
              </a:defRPr>
            </a:lvl4pPr>
            <a:lvl5pPr>
              <a:lnSpc>
                <a:spcPct val="100000"/>
              </a:lnSpc>
              <a:defRPr sz="8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5" name="Text Placeholder 52"/>
          <p:cNvSpPr>
            <a:spLocks noGrp="1"/>
          </p:cNvSpPr>
          <p:nvPr>
            <p:ph type="body" sz="quarter" idx="18"/>
          </p:nvPr>
        </p:nvSpPr>
        <p:spPr>
          <a:xfrm>
            <a:off x="429816" y="2787281"/>
            <a:ext cx="2188368" cy="709158"/>
          </a:xfrm>
        </p:spPr>
        <p:txBody>
          <a:bodyPr>
            <a:noAutofit/>
          </a:bodyPr>
          <a:lstStyle>
            <a:lvl1pPr marL="0" indent="0">
              <a:lnSpc>
                <a:spcPct val="100000"/>
              </a:lnSpc>
              <a:buNone/>
              <a:defRPr sz="1800" b="1"/>
            </a:lvl1pPr>
          </a:lstStyle>
          <a:p>
            <a:pPr lvl="0"/>
            <a:r>
              <a:rPr lang="en-GB"/>
              <a:t>Click to edit Master text styles</a:t>
            </a:r>
          </a:p>
        </p:txBody>
      </p:sp>
      <p:sp>
        <p:nvSpPr>
          <p:cNvPr id="9" name="Slide Number Placeholder 5">
            <a:extLst>
              <a:ext uri="{FF2B5EF4-FFF2-40B4-BE49-F238E27FC236}">
                <a16:creationId xmlns:a16="http://schemas.microsoft.com/office/drawing/2014/main" id="{1352275F-2C89-5C8C-D037-087C1294B6CF}"/>
              </a:ext>
            </a:extLst>
          </p:cNvPr>
          <p:cNvSpPr>
            <a:spLocks noGrp="1"/>
          </p:cNvSpPr>
          <p:nvPr>
            <p:ph type="sldNum" sz="quarter" idx="19"/>
          </p:nvPr>
        </p:nvSpPr>
        <p:spPr>
          <a:xfrm>
            <a:off x="419100" y="4811713"/>
            <a:ext cx="6365082" cy="273844"/>
          </a:xfrm>
        </p:spPr>
        <p:txBody>
          <a:bodyPr/>
          <a:lstStyle>
            <a:lvl1pPr algn="l">
              <a:lnSpc>
                <a:spcPct val="100000"/>
              </a:lnSpc>
              <a:defRPr lang="en-GB" sz="600" kern="1200" smtClean="0">
                <a:solidFill>
                  <a:schemeClr val="tx1"/>
                </a:solidFill>
                <a:latin typeface="+mn-lt"/>
                <a:ea typeface="Neue Montreal"/>
                <a:cs typeface="Neue Montreal"/>
              </a:defRPr>
            </a:lvl1pPr>
          </a:lstStyle>
          <a:p>
            <a:pPr>
              <a:defRPr/>
            </a:pPr>
            <a:fld id="{5118190C-0C85-EB41-B5AE-EE0AE76191DF}" type="slidenum">
              <a:rPr lang="en-US"/>
              <a:pPr>
                <a:defRPr/>
              </a:pPr>
              <a:t>‹#›</a:t>
            </a:fld>
            <a:r>
              <a:rPr lang="en-US"/>
              <a:t> | PRIVATE AND CONFIDENTIAL				</a:t>
            </a:r>
            <a:r>
              <a:rPr lang="en-US">
                <a:solidFill>
                  <a:schemeClr val="bg2"/>
                </a:solidFill>
              </a:rPr>
              <a:t>© Cambridge Cognition </a:t>
            </a:r>
            <a:fld id="{3AD53894-0F87-7B4D-B0DE-8594365A1A3A}" type="datetimeyyyy">
              <a:rPr lang="en-US">
                <a:solidFill>
                  <a:schemeClr val="bg2"/>
                </a:solidFill>
              </a:rPr>
              <a:pPr>
                <a:defRPr/>
              </a:pPr>
              <a:t>2026</a:t>
            </a:fld>
            <a:r>
              <a:rPr lang="en-US">
                <a:solidFill>
                  <a:schemeClr val="bg2"/>
                </a:solidFill>
              </a:rPr>
              <a:t>. All rights reserved. </a:t>
            </a:r>
          </a:p>
        </p:txBody>
      </p:sp>
    </p:spTree>
    <p:extLst>
      <p:ext uri="{BB962C8B-B14F-4D97-AF65-F5344CB8AC3E}">
        <p14:creationId xmlns:p14="http://schemas.microsoft.com/office/powerpoint/2010/main" val="33804465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_9">
    <p:bg>
      <p:bgPr>
        <a:solidFill>
          <a:srgbClr val="153E6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FFBB42-52CA-0E59-AA1E-D0D3F4662D4C}"/>
              </a:ext>
            </a:extLst>
          </p:cNvPr>
          <p:cNvSpPr/>
          <p:nvPr/>
        </p:nvSpPr>
        <p:spPr>
          <a:xfrm>
            <a:off x="3305175" y="0"/>
            <a:ext cx="5838825" cy="5143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sp>
        <p:nvSpPr>
          <p:cNvPr id="3" name="Freeform 2">
            <a:extLst>
              <a:ext uri="{FF2B5EF4-FFF2-40B4-BE49-F238E27FC236}">
                <a16:creationId xmlns:a16="http://schemas.microsoft.com/office/drawing/2014/main" id="{36B71082-CA19-483D-1874-AEC44DA04CE1}"/>
              </a:ext>
            </a:extLst>
          </p:cNvPr>
          <p:cNvSpPr/>
          <p:nvPr/>
        </p:nvSpPr>
        <p:spPr>
          <a:xfrm>
            <a:off x="-1" y="-128588"/>
            <a:ext cx="9144001" cy="2700338"/>
          </a:xfrm>
          <a:custGeom>
            <a:avLst/>
            <a:gdLst/>
            <a:ahLst/>
            <a:cxnLst/>
            <a:rect l="l" t="t" r="r" b="b"/>
            <a:pathLst>
              <a:path w="27580755" h="5989988">
                <a:moveTo>
                  <a:pt x="0" y="0"/>
                </a:moveTo>
                <a:lnTo>
                  <a:pt x="27580755" y="0"/>
                </a:lnTo>
                <a:lnTo>
                  <a:pt x="27580755" y="5989988"/>
                </a:lnTo>
                <a:lnTo>
                  <a:pt x="0" y="5989988"/>
                </a:lnTo>
                <a:lnTo>
                  <a:pt x="0" y="0"/>
                </a:lnTo>
                <a:close/>
              </a:path>
            </a:pathLst>
          </a:custGeom>
          <a:blipFill>
            <a:blip r:embed="rId2">
              <a:alphaModFix amt="9999"/>
            </a:blip>
            <a:stretch>
              <a:fillRect l="-25928" t="-10912" r="-45332"/>
            </a:stretch>
          </a:blipFill>
        </p:spPr>
        <p:txBody>
          <a:bodyPr/>
          <a:lstStyle/>
          <a:p>
            <a:pPr eaLnBrk="1" fontAlgn="auto" hangingPunct="1">
              <a:spcBef>
                <a:spcPts val="0"/>
              </a:spcBef>
              <a:spcAft>
                <a:spcPts val="0"/>
              </a:spcAft>
              <a:defRPr/>
            </a:pPr>
            <a:endParaRPr lang="en-GB">
              <a:latin typeface="+mn-lt"/>
            </a:endParaRPr>
          </a:p>
        </p:txBody>
      </p:sp>
      <p:sp>
        <p:nvSpPr>
          <p:cNvPr id="4" name="Slide Number Placeholder 5">
            <a:extLst>
              <a:ext uri="{FF2B5EF4-FFF2-40B4-BE49-F238E27FC236}">
                <a16:creationId xmlns:a16="http://schemas.microsoft.com/office/drawing/2014/main" id="{A15424E4-EFD4-6304-F599-27CE9978219E}"/>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tx1"/>
                </a:solidFill>
              </a:rPr>
              <a:t>www.cambridgecognition.com</a:t>
            </a:r>
          </a:p>
        </p:txBody>
      </p:sp>
      <p:sp>
        <p:nvSpPr>
          <p:cNvPr id="5" name="Freeform 3">
            <a:extLst>
              <a:ext uri="{FF2B5EF4-FFF2-40B4-BE49-F238E27FC236}">
                <a16:creationId xmlns:a16="http://schemas.microsoft.com/office/drawing/2014/main" id="{499105A8-3B4D-6165-75EF-3459115874E0}"/>
              </a:ext>
            </a:extLst>
          </p:cNvPr>
          <p:cNvSpPr>
            <a:spLocks/>
          </p:cNvSpPr>
          <p:nvPr/>
        </p:nvSpPr>
        <p:spPr bwMode="auto">
          <a:xfrm>
            <a:off x="7884319" y="5557"/>
            <a:ext cx="903288" cy="569119"/>
          </a:xfrm>
          <a:custGeom>
            <a:avLst/>
            <a:gdLst>
              <a:gd name="T0" fmla="*/ 0 w 1805871"/>
              <a:gd name="T1" fmla="*/ 0 h 1139106"/>
              <a:gd name="T2" fmla="*/ 1805871 w 1805871"/>
              <a:gd name="T3" fmla="*/ 0 h 1139106"/>
              <a:gd name="T4" fmla="*/ 1805871 w 1805871"/>
              <a:gd name="T5" fmla="*/ 1139106 h 1139106"/>
              <a:gd name="T6" fmla="*/ 0 w 1805871"/>
              <a:gd name="T7" fmla="*/ 1139106 h 1139106"/>
              <a:gd name="T8" fmla="*/ 0 w 1805871"/>
              <a:gd name="T9" fmla="*/ 0 h 1139106"/>
            </a:gdLst>
            <a:ahLst/>
            <a:cxnLst>
              <a:cxn ang="0">
                <a:pos x="T0" y="T1"/>
              </a:cxn>
              <a:cxn ang="0">
                <a:pos x="T2" y="T3"/>
              </a:cxn>
              <a:cxn ang="0">
                <a:pos x="T4" y="T5"/>
              </a:cxn>
              <a:cxn ang="0">
                <a:pos x="T6" y="T7"/>
              </a:cxn>
              <a:cxn ang="0">
                <a:pos x="T8" y="T9"/>
              </a:cxn>
            </a:cxnLst>
            <a:rect l="0" t="0" r="r" b="b"/>
            <a:pathLst>
              <a:path w="1805871" h="1139106">
                <a:moveTo>
                  <a:pt x="0" y="0"/>
                </a:moveTo>
                <a:lnTo>
                  <a:pt x="1805871" y="0"/>
                </a:lnTo>
                <a:lnTo>
                  <a:pt x="1805871" y="1139106"/>
                </a:lnTo>
                <a:lnTo>
                  <a:pt x="0" y="1139106"/>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Title 1"/>
          <p:cNvSpPr>
            <a:spLocks noGrp="1"/>
          </p:cNvSpPr>
          <p:nvPr>
            <p:ph type="title"/>
          </p:nvPr>
        </p:nvSpPr>
        <p:spPr>
          <a:xfrm>
            <a:off x="419100" y="414216"/>
            <a:ext cx="2710422" cy="465346"/>
          </a:xfrm>
        </p:spPr>
        <p:txBody>
          <a:bodyPr anchor="b">
            <a:normAutofit/>
          </a:bodyPr>
          <a:lstStyle>
            <a:lvl1pPr>
              <a:lnSpc>
                <a:spcPct val="100000"/>
              </a:lnSpc>
              <a:defRPr sz="1800" b="1">
                <a:solidFill>
                  <a:schemeClr val="bg2"/>
                </a:solidFill>
                <a:latin typeface="+mj-lt"/>
              </a:defRPr>
            </a:lvl1pPr>
          </a:lstStyle>
          <a:p>
            <a:r>
              <a:rPr lang="en-GB"/>
              <a:t>Click to edit Master title style</a:t>
            </a:r>
          </a:p>
        </p:txBody>
      </p:sp>
      <p:sp>
        <p:nvSpPr>
          <p:cNvPr id="26" name="Content Placeholder 2"/>
          <p:cNvSpPr>
            <a:spLocks noGrp="1"/>
          </p:cNvSpPr>
          <p:nvPr>
            <p:ph sz="half" idx="1"/>
          </p:nvPr>
        </p:nvSpPr>
        <p:spPr>
          <a:xfrm>
            <a:off x="429985" y="1414930"/>
            <a:ext cx="2710423" cy="3324348"/>
          </a:xfrm>
        </p:spPr>
        <p:txBody>
          <a:bodyPr>
            <a:normAutofit/>
          </a:bodyPr>
          <a:lstStyle>
            <a:lvl1pPr>
              <a:lnSpc>
                <a:spcPct val="100000"/>
              </a:lnSpc>
              <a:defRPr sz="1200">
                <a:solidFill>
                  <a:schemeClr val="bg2"/>
                </a:solidFill>
              </a:defRPr>
            </a:lvl1pPr>
            <a:lvl2pPr>
              <a:lnSpc>
                <a:spcPct val="100000"/>
              </a:lnSpc>
              <a:defRPr sz="1000">
                <a:solidFill>
                  <a:schemeClr val="bg2"/>
                </a:solidFill>
              </a:defRPr>
            </a:lvl2pPr>
            <a:lvl3pPr>
              <a:lnSpc>
                <a:spcPct val="100000"/>
              </a:lnSpc>
              <a:defRPr sz="900">
                <a:solidFill>
                  <a:schemeClr val="bg2"/>
                </a:solidFill>
              </a:defRPr>
            </a:lvl3pPr>
            <a:lvl4pPr>
              <a:lnSpc>
                <a:spcPct val="100000"/>
              </a:lnSpc>
              <a:defRPr sz="800">
                <a:solidFill>
                  <a:schemeClr val="bg2"/>
                </a:solidFill>
              </a:defRPr>
            </a:lvl4pPr>
            <a:lvl5pPr>
              <a:lnSpc>
                <a:spcPct val="100000"/>
              </a:lnSpc>
              <a:defRPr sz="800">
                <a:solidFill>
                  <a:schemeClr val="bg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89CB319F-08C0-4AB4-9E79-006C979EA89A}"/>
              </a:ext>
            </a:extLst>
          </p:cNvPr>
          <p:cNvSpPr>
            <a:spLocks noGrp="1"/>
          </p:cNvSpPr>
          <p:nvPr>
            <p:ph type="sldNum" sz="quarter" idx="10"/>
          </p:nvPr>
        </p:nvSpPr>
        <p:spPr>
          <a:xfrm>
            <a:off x="419100" y="4811713"/>
            <a:ext cx="6438900" cy="273844"/>
          </a:xfrm>
        </p:spPr>
        <p:txBody>
          <a:bodyPr/>
          <a:lstStyle>
            <a:lvl1pPr algn="l">
              <a:lnSpc>
                <a:spcPct val="100000"/>
              </a:lnSpc>
              <a:defRPr lang="en-GB" sz="600" kern="1200" smtClean="0">
                <a:solidFill>
                  <a:schemeClr val="bg1"/>
                </a:solidFill>
                <a:latin typeface="+mn-lt"/>
                <a:ea typeface="Neue Montreal"/>
                <a:cs typeface="Neue Montreal"/>
              </a:defRPr>
            </a:lvl1pPr>
          </a:lstStyle>
          <a:p>
            <a:pPr>
              <a:defRPr/>
            </a:pPr>
            <a:fld id="{B612C170-871D-1644-9473-C8AD5F124039}" type="slidenum">
              <a:rPr lang="en-US"/>
              <a:pPr>
                <a:defRPr/>
              </a:pPr>
              <a:t>‹#›</a:t>
            </a:fld>
            <a:r>
              <a:rPr lang="en-US"/>
              <a:t> | PRIVATE AND CONFIDENTIAL 					</a:t>
            </a:r>
            <a:r>
              <a:rPr lang="en-US">
                <a:solidFill>
                  <a:schemeClr val="tx1"/>
                </a:solidFill>
              </a:rPr>
              <a:t>© Cambridge Cognition </a:t>
            </a:r>
            <a:fld id="{3AD53894-0F87-7B4D-B0DE-8594365A1A3A}" type="datetimeyyyy">
              <a:rPr lang="en-US">
                <a:solidFill>
                  <a:schemeClr val="tx1"/>
                </a:solidFill>
              </a:rPr>
              <a:pPr>
                <a:defRPr/>
              </a:pPr>
              <a:t>2026</a:t>
            </a:fld>
            <a:r>
              <a:rPr lang="en-US">
                <a:solidFill>
                  <a:schemeClr val="tx1"/>
                </a:solidFill>
              </a:rPr>
              <a:t>. All rights reserved. </a:t>
            </a:r>
          </a:p>
        </p:txBody>
      </p:sp>
    </p:spTree>
    <p:extLst>
      <p:ext uri="{BB962C8B-B14F-4D97-AF65-F5344CB8AC3E}">
        <p14:creationId xmlns:p14="http://schemas.microsoft.com/office/powerpoint/2010/main" val="18460508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_10">
    <p:bg>
      <p:bgPr>
        <a:solidFill>
          <a:srgbClr val="153E6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04ACFA-35A0-F18F-11A2-56A00FD94281}"/>
              </a:ext>
            </a:extLst>
          </p:cNvPr>
          <p:cNvSpPr/>
          <p:nvPr/>
        </p:nvSpPr>
        <p:spPr>
          <a:xfrm>
            <a:off x="3305175" y="0"/>
            <a:ext cx="5838825" cy="5143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sp>
        <p:nvSpPr>
          <p:cNvPr id="3" name="Freeform 2">
            <a:extLst>
              <a:ext uri="{FF2B5EF4-FFF2-40B4-BE49-F238E27FC236}">
                <a16:creationId xmlns:a16="http://schemas.microsoft.com/office/drawing/2014/main" id="{60C36E9F-5302-BBDA-96C3-EA652AE94347}"/>
              </a:ext>
            </a:extLst>
          </p:cNvPr>
          <p:cNvSpPr/>
          <p:nvPr/>
        </p:nvSpPr>
        <p:spPr>
          <a:xfrm>
            <a:off x="-1" y="-59174"/>
            <a:ext cx="9144001" cy="2700338"/>
          </a:xfrm>
          <a:custGeom>
            <a:avLst/>
            <a:gdLst/>
            <a:ahLst/>
            <a:cxnLst/>
            <a:rect l="l" t="t" r="r" b="b"/>
            <a:pathLst>
              <a:path w="27580755" h="5989988">
                <a:moveTo>
                  <a:pt x="0" y="0"/>
                </a:moveTo>
                <a:lnTo>
                  <a:pt x="27580755" y="0"/>
                </a:lnTo>
                <a:lnTo>
                  <a:pt x="27580755" y="5989988"/>
                </a:lnTo>
                <a:lnTo>
                  <a:pt x="0" y="5989988"/>
                </a:lnTo>
                <a:lnTo>
                  <a:pt x="0" y="0"/>
                </a:lnTo>
                <a:close/>
              </a:path>
            </a:pathLst>
          </a:custGeom>
          <a:blipFill>
            <a:blip r:embed="rId2">
              <a:alphaModFix amt="9999"/>
            </a:blip>
            <a:stretch>
              <a:fillRect l="-25928" t="-10912" r="-45332"/>
            </a:stretch>
          </a:blipFill>
        </p:spPr>
        <p:txBody>
          <a:bodyPr/>
          <a:lstStyle/>
          <a:p>
            <a:pPr eaLnBrk="1" fontAlgn="auto" hangingPunct="1">
              <a:spcBef>
                <a:spcPts val="0"/>
              </a:spcBef>
              <a:spcAft>
                <a:spcPts val="0"/>
              </a:spcAft>
              <a:defRPr/>
            </a:pPr>
            <a:endParaRPr lang="en-GB">
              <a:latin typeface="+mn-lt"/>
            </a:endParaRPr>
          </a:p>
        </p:txBody>
      </p:sp>
      <p:sp>
        <p:nvSpPr>
          <p:cNvPr id="4" name="Freeform 7">
            <a:extLst>
              <a:ext uri="{FF2B5EF4-FFF2-40B4-BE49-F238E27FC236}">
                <a16:creationId xmlns:a16="http://schemas.microsoft.com/office/drawing/2014/main" id="{637873C3-B3DC-FD88-49F3-13E5D69B8814}"/>
              </a:ext>
            </a:extLst>
          </p:cNvPr>
          <p:cNvSpPr/>
          <p:nvPr/>
        </p:nvSpPr>
        <p:spPr>
          <a:xfrm>
            <a:off x="4991100" y="285750"/>
            <a:ext cx="2247900" cy="4562475"/>
          </a:xfrm>
          <a:custGeom>
            <a:avLst/>
            <a:gdLst/>
            <a:ahLst/>
            <a:cxnLst/>
            <a:rect l="l" t="t" r="r" b="b"/>
            <a:pathLst>
              <a:path w="7245573" h="9498858">
                <a:moveTo>
                  <a:pt x="0" y="0"/>
                </a:moveTo>
                <a:lnTo>
                  <a:pt x="7245573" y="0"/>
                </a:lnTo>
                <a:lnTo>
                  <a:pt x="7245573" y="9498858"/>
                </a:lnTo>
                <a:lnTo>
                  <a:pt x="0" y="9498858"/>
                </a:lnTo>
                <a:lnTo>
                  <a:pt x="0" y="0"/>
                </a:lnTo>
                <a:close/>
              </a:path>
            </a:pathLst>
          </a:custGeom>
          <a:blipFill>
            <a:blip r:embed="rId3"/>
            <a:stretch>
              <a:fillRect l="-76048" t="-1945" r="-75852" b="-2153"/>
            </a:stretch>
          </a:blipFill>
        </p:spPr>
        <p:txBody>
          <a:bodyPr/>
          <a:lstStyle/>
          <a:p>
            <a:pPr eaLnBrk="1" fontAlgn="auto" hangingPunct="1">
              <a:spcBef>
                <a:spcPts val="0"/>
              </a:spcBef>
              <a:spcAft>
                <a:spcPts val="0"/>
              </a:spcAft>
              <a:defRPr/>
            </a:pPr>
            <a:endParaRPr lang="en-GB">
              <a:latin typeface="+mn-lt"/>
            </a:endParaRPr>
          </a:p>
        </p:txBody>
      </p:sp>
      <p:grpSp>
        <p:nvGrpSpPr>
          <p:cNvPr id="5" name="Group 8">
            <a:extLst>
              <a:ext uri="{FF2B5EF4-FFF2-40B4-BE49-F238E27FC236}">
                <a16:creationId xmlns:a16="http://schemas.microsoft.com/office/drawing/2014/main" id="{3A12B064-EB28-6793-0BDC-CF7A904ECDE7}"/>
              </a:ext>
            </a:extLst>
          </p:cNvPr>
          <p:cNvGrpSpPr>
            <a:grpSpLocks/>
          </p:cNvGrpSpPr>
          <p:nvPr/>
        </p:nvGrpSpPr>
        <p:grpSpPr bwMode="auto">
          <a:xfrm>
            <a:off x="5117307" y="711200"/>
            <a:ext cx="2015331" cy="1803400"/>
            <a:chOff x="0" y="0"/>
            <a:chExt cx="1061686" cy="950021"/>
          </a:xfrm>
        </p:grpSpPr>
        <p:sp>
          <p:nvSpPr>
            <p:cNvPr id="6" name="Freeform 9">
              <a:extLst>
                <a:ext uri="{FF2B5EF4-FFF2-40B4-BE49-F238E27FC236}">
                  <a16:creationId xmlns:a16="http://schemas.microsoft.com/office/drawing/2014/main" id="{9F7705F3-D1F6-19C8-793C-1C02D79AA727}"/>
                </a:ext>
              </a:extLst>
            </p:cNvPr>
            <p:cNvSpPr>
              <a:spLocks/>
            </p:cNvSpPr>
            <p:nvPr/>
          </p:nvSpPr>
          <p:spPr bwMode="auto">
            <a:xfrm>
              <a:off x="0" y="0"/>
              <a:ext cx="1061685" cy="950021"/>
            </a:xfrm>
            <a:custGeom>
              <a:avLst/>
              <a:gdLst>
                <a:gd name="T0" fmla="*/ 0 w 1061685"/>
                <a:gd name="T1" fmla="*/ 0 h 950021"/>
                <a:gd name="T2" fmla="*/ 1061685 w 1061685"/>
                <a:gd name="T3" fmla="*/ 0 h 950021"/>
                <a:gd name="T4" fmla="*/ 1061685 w 1061685"/>
                <a:gd name="T5" fmla="*/ 950021 h 950021"/>
                <a:gd name="T6" fmla="*/ 0 w 1061685"/>
                <a:gd name="T7" fmla="*/ 950021 h 950021"/>
                <a:gd name="T8" fmla="*/ 0 w 1061685"/>
                <a:gd name="T9" fmla="*/ 0 h 950021"/>
              </a:gdLst>
              <a:ahLst/>
              <a:cxnLst>
                <a:cxn ang="0">
                  <a:pos x="T0" y="T1"/>
                </a:cxn>
                <a:cxn ang="0">
                  <a:pos x="T2" y="T3"/>
                </a:cxn>
                <a:cxn ang="0">
                  <a:pos x="T4" y="T5"/>
                </a:cxn>
                <a:cxn ang="0">
                  <a:pos x="T6" y="T7"/>
                </a:cxn>
                <a:cxn ang="0">
                  <a:pos x="T8" y="T9"/>
                </a:cxn>
              </a:cxnLst>
              <a:rect l="0" t="0" r="r" b="b"/>
              <a:pathLst>
                <a:path w="1061685" h="950021">
                  <a:moveTo>
                    <a:pt x="0" y="0"/>
                  </a:moveTo>
                  <a:lnTo>
                    <a:pt x="1061685" y="0"/>
                  </a:lnTo>
                  <a:lnTo>
                    <a:pt x="1061685" y="950021"/>
                  </a:lnTo>
                  <a:lnTo>
                    <a:pt x="0" y="95002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 name="TextBox 10">
              <a:extLst>
                <a:ext uri="{FF2B5EF4-FFF2-40B4-BE49-F238E27FC236}">
                  <a16:creationId xmlns:a16="http://schemas.microsoft.com/office/drawing/2014/main" id="{013417D1-5C35-6E2A-54C9-414ECEE3297E}"/>
                </a:ext>
              </a:extLst>
            </p:cNvPr>
            <p:cNvSpPr txBox="1">
              <a:spLocks noChangeArrowheads="1"/>
            </p:cNvSpPr>
            <p:nvPr/>
          </p:nvSpPr>
          <p:spPr bwMode="auto">
            <a:xfrm>
              <a:off x="0" y="-38100"/>
              <a:ext cx="1061686" cy="988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grpSp>
      <p:grpSp>
        <p:nvGrpSpPr>
          <p:cNvPr id="8" name="Group 11">
            <a:extLst>
              <a:ext uri="{FF2B5EF4-FFF2-40B4-BE49-F238E27FC236}">
                <a16:creationId xmlns:a16="http://schemas.microsoft.com/office/drawing/2014/main" id="{050DA2EB-E86F-15D0-E37B-F96FFBF6B777}"/>
              </a:ext>
            </a:extLst>
          </p:cNvPr>
          <p:cNvGrpSpPr>
            <a:grpSpLocks/>
          </p:cNvGrpSpPr>
          <p:nvPr/>
        </p:nvGrpSpPr>
        <p:grpSpPr bwMode="auto">
          <a:xfrm>
            <a:off x="5067300" y="3881438"/>
            <a:ext cx="2065338" cy="904082"/>
            <a:chOff x="0" y="0"/>
            <a:chExt cx="1087923" cy="476382"/>
          </a:xfrm>
        </p:grpSpPr>
        <p:sp>
          <p:nvSpPr>
            <p:cNvPr id="9" name="Freeform 12">
              <a:extLst>
                <a:ext uri="{FF2B5EF4-FFF2-40B4-BE49-F238E27FC236}">
                  <a16:creationId xmlns:a16="http://schemas.microsoft.com/office/drawing/2014/main" id="{7FF450C2-634E-0EA0-AFC1-858908B85A25}"/>
                </a:ext>
              </a:extLst>
            </p:cNvPr>
            <p:cNvSpPr>
              <a:spLocks/>
            </p:cNvSpPr>
            <p:nvPr/>
          </p:nvSpPr>
          <p:spPr bwMode="auto">
            <a:xfrm>
              <a:off x="0" y="0"/>
              <a:ext cx="1087923" cy="476382"/>
            </a:xfrm>
            <a:custGeom>
              <a:avLst/>
              <a:gdLst>
                <a:gd name="T0" fmla="*/ 884723 w 1087923"/>
                <a:gd name="T1" fmla="*/ 0 h 476382"/>
                <a:gd name="T2" fmla="*/ 1087923 w 1087923"/>
                <a:gd name="T3" fmla="*/ 238191 h 476382"/>
                <a:gd name="T4" fmla="*/ 884723 w 1087923"/>
                <a:gd name="T5" fmla="*/ 476382 h 476382"/>
                <a:gd name="T6" fmla="*/ 203200 w 1087923"/>
                <a:gd name="T7" fmla="*/ 476382 h 476382"/>
                <a:gd name="T8" fmla="*/ 0 w 1087923"/>
                <a:gd name="T9" fmla="*/ 238191 h 476382"/>
                <a:gd name="T10" fmla="*/ 203200 w 1087923"/>
                <a:gd name="T11" fmla="*/ 0 h 476382"/>
                <a:gd name="T12" fmla="*/ 884723 w 1087923"/>
                <a:gd name="T13" fmla="*/ 0 h 476382"/>
              </a:gdLst>
              <a:ahLst/>
              <a:cxnLst>
                <a:cxn ang="0">
                  <a:pos x="T0" y="T1"/>
                </a:cxn>
                <a:cxn ang="0">
                  <a:pos x="T2" y="T3"/>
                </a:cxn>
                <a:cxn ang="0">
                  <a:pos x="T4" y="T5"/>
                </a:cxn>
                <a:cxn ang="0">
                  <a:pos x="T6" y="T7"/>
                </a:cxn>
                <a:cxn ang="0">
                  <a:pos x="T8" y="T9"/>
                </a:cxn>
                <a:cxn ang="0">
                  <a:pos x="T10" y="T11"/>
                </a:cxn>
                <a:cxn ang="0">
                  <a:pos x="T12" y="T13"/>
                </a:cxn>
              </a:cxnLst>
              <a:rect l="0" t="0" r="r" b="b"/>
              <a:pathLst>
                <a:path w="1087923" h="476382">
                  <a:moveTo>
                    <a:pt x="884723" y="0"/>
                  </a:moveTo>
                  <a:cubicBezTo>
                    <a:pt x="996947" y="0"/>
                    <a:pt x="1087923" y="106642"/>
                    <a:pt x="1087923" y="238191"/>
                  </a:cubicBezTo>
                  <a:cubicBezTo>
                    <a:pt x="1087923" y="369740"/>
                    <a:pt x="996947" y="476382"/>
                    <a:pt x="884723" y="476382"/>
                  </a:cubicBezTo>
                  <a:lnTo>
                    <a:pt x="203200" y="476382"/>
                  </a:lnTo>
                  <a:cubicBezTo>
                    <a:pt x="90976" y="476382"/>
                    <a:pt x="0" y="369740"/>
                    <a:pt x="0" y="238191"/>
                  </a:cubicBezTo>
                  <a:cubicBezTo>
                    <a:pt x="0" y="106642"/>
                    <a:pt x="90976" y="0"/>
                    <a:pt x="203200" y="0"/>
                  </a:cubicBezTo>
                  <a:lnTo>
                    <a:pt x="8847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TextBox 13">
              <a:extLst>
                <a:ext uri="{FF2B5EF4-FFF2-40B4-BE49-F238E27FC236}">
                  <a16:creationId xmlns:a16="http://schemas.microsoft.com/office/drawing/2014/main" id="{643B9CBB-2BED-BA64-62A1-9B0EC3B01BE0}"/>
                </a:ext>
              </a:extLst>
            </p:cNvPr>
            <p:cNvSpPr txBox="1">
              <a:spLocks noChangeArrowheads="1"/>
            </p:cNvSpPr>
            <p:nvPr/>
          </p:nvSpPr>
          <p:spPr bwMode="auto">
            <a:xfrm>
              <a:off x="0" y="-38100"/>
              <a:ext cx="1087923" cy="514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grpSp>
      <p:sp>
        <p:nvSpPr>
          <p:cNvPr id="11" name="Freeform 14">
            <a:extLst>
              <a:ext uri="{FF2B5EF4-FFF2-40B4-BE49-F238E27FC236}">
                <a16:creationId xmlns:a16="http://schemas.microsoft.com/office/drawing/2014/main" id="{F55C11AE-D2A6-5E8B-30B5-05394A6DC0FC}"/>
              </a:ext>
            </a:extLst>
          </p:cNvPr>
          <p:cNvSpPr/>
          <p:nvPr/>
        </p:nvSpPr>
        <p:spPr>
          <a:xfrm>
            <a:off x="5117110" y="768064"/>
            <a:ext cx="2015544" cy="3378471"/>
          </a:xfrm>
          <a:custGeom>
            <a:avLst/>
            <a:gdLst/>
            <a:ahLst/>
            <a:cxnLst/>
            <a:rect l="l" t="t" r="r" b="b"/>
            <a:pathLst>
              <a:path w="4031087" h="6756942">
                <a:moveTo>
                  <a:pt x="0" y="0"/>
                </a:moveTo>
                <a:lnTo>
                  <a:pt x="4031087" y="0"/>
                </a:lnTo>
                <a:lnTo>
                  <a:pt x="4031087" y="6756942"/>
                </a:lnTo>
                <a:lnTo>
                  <a:pt x="0" y="6756942"/>
                </a:lnTo>
                <a:lnTo>
                  <a:pt x="0" y="0"/>
                </a:lnTo>
                <a:close/>
              </a:path>
            </a:pathLst>
          </a:custGeom>
          <a:blipFill>
            <a:blip r:embed="rId4"/>
            <a:stretch>
              <a:fillRect t="-8967" b="-20373"/>
            </a:stretch>
          </a:blipFill>
        </p:spPr>
        <p:txBody>
          <a:bodyPr/>
          <a:lstStyle/>
          <a:p>
            <a:pPr eaLnBrk="1" fontAlgn="auto" hangingPunct="1">
              <a:spcBef>
                <a:spcPts val="0"/>
              </a:spcBef>
              <a:spcAft>
                <a:spcPts val="0"/>
              </a:spcAft>
              <a:defRPr/>
            </a:pPr>
            <a:endParaRPr lang="en-GB">
              <a:latin typeface="+mn-lt"/>
            </a:endParaRPr>
          </a:p>
        </p:txBody>
      </p:sp>
      <p:sp>
        <p:nvSpPr>
          <p:cNvPr id="12" name="Slide Number Placeholder 5">
            <a:extLst>
              <a:ext uri="{FF2B5EF4-FFF2-40B4-BE49-F238E27FC236}">
                <a16:creationId xmlns:a16="http://schemas.microsoft.com/office/drawing/2014/main" id="{55FBA39E-A93C-BF58-6672-9ECD59D3BB19}"/>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tx1"/>
                </a:solidFill>
              </a:rPr>
              <a:t>www.cambridgecognition.com</a:t>
            </a:r>
          </a:p>
        </p:txBody>
      </p:sp>
      <p:sp>
        <p:nvSpPr>
          <p:cNvPr id="13" name="Freeform 3">
            <a:extLst>
              <a:ext uri="{FF2B5EF4-FFF2-40B4-BE49-F238E27FC236}">
                <a16:creationId xmlns:a16="http://schemas.microsoft.com/office/drawing/2014/main" id="{076CDC89-177E-2EE2-B7F2-00E3FF7AFB4C}"/>
              </a:ext>
            </a:extLst>
          </p:cNvPr>
          <p:cNvSpPr>
            <a:spLocks/>
          </p:cNvSpPr>
          <p:nvPr/>
        </p:nvSpPr>
        <p:spPr bwMode="auto">
          <a:xfrm>
            <a:off x="7884319" y="5557"/>
            <a:ext cx="903288" cy="569119"/>
          </a:xfrm>
          <a:custGeom>
            <a:avLst/>
            <a:gdLst>
              <a:gd name="T0" fmla="*/ 0 w 1805871"/>
              <a:gd name="T1" fmla="*/ 0 h 1139106"/>
              <a:gd name="T2" fmla="*/ 1805871 w 1805871"/>
              <a:gd name="T3" fmla="*/ 0 h 1139106"/>
              <a:gd name="T4" fmla="*/ 1805871 w 1805871"/>
              <a:gd name="T5" fmla="*/ 1139106 h 1139106"/>
              <a:gd name="T6" fmla="*/ 0 w 1805871"/>
              <a:gd name="T7" fmla="*/ 1139106 h 1139106"/>
              <a:gd name="T8" fmla="*/ 0 w 1805871"/>
              <a:gd name="T9" fmla="*/ 0 h 1139106"/>
            </a:gdLst>
            <a:ahLst/>
            <a:cxnLst>
              <a:cxn ang="0">
                <a:pos x="T0" y="T1"/>
              </a:cxn>
              <a:cxn ang="0">
                <a:pos x="T2" y="T3"/>
              </a:cxn>
              <a:cxn ang="0">
                <a:pos x="T4" y="T5"/>
              </a:cxn>
              <a:cxn ang="0">
                <a:pos x="T6" y="T7"/>
              </a:cxn>
              <a:cxn ang="0">
                <a:pos x="T8" y="T9"/>
              </a:cxn>
            </a:cxnLst>
            <a:rect l="0" t="0" r="r" b="b"/>
            <a:pathLst>
              <a:path w="1805871" h="1139106">
                <a:moveTo>
                  <a:pt x="0" y="0"/>
                </a:moveTo>
                <a:lnTo>
                  <a:pt x="1805871" y="0"/>
                </a:lnTo>
                <a:lnTo>
                  <a:pt x="1805871" y="1139106"/>
                </a:lnTo>
                <a:lnTo>
                  <a:pt x="0" y="1139106"/>
                </a:lnTo>
                <a:lnTo>
                  <a:pt x="0" y="0"/>
                </a:lnTo>
                <a:close/>
              </a:path>
            </a:pathLst>
          </a:cu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Title 1"/>
          <p:cNvSpPr>
            <a:spLocks noGrp="1"/>
          </p:cNvSpPr>
          <p:nvPr>
            <p:ph type="title"/>
          </p:nvPr>
        </p:nvSpPr>
        <p:spPr>
          <a:xfrm>
            <a:off x="429986" y="425068"/>
            <a:ext cx="2710422" cy="490499"/>
          </a:xfrm>
        </p:spPr>
        <p:txBody>
          <a:bodyPr anchor="b">
            <a:normAutofit/>
          </a:bodyPr>
          <a:lstStyle>
            <a:lvl1pPr>
              <a:lnSpc>
                <a:spcPct val="100000"/>
              </a:lnSpc>
              <a:defRPr sz="1800" b="1">
                <a:solidFill>
                  <a:schemeClr val="bg2"/>
                </a:solidFill>
                <a:latin typeface="+mj-lt"/>
              </a:defRPr>
            </a:lvl1pPr>
          </a:lstStyle>
          <a:p>
            <a:r>
              <a:rPr lang="en-GB"/>
              <a:t>Click to edit Master title style</a:t>
            </a:r>
          </a:p>
        </p:txBody>
      </p:sp>
      <p:sp>
        <p:nvSpPr>
          <p:cNvPr id="26" name="Content Placeholder 2"/>
          <p:cNvSpPr>
            <a:spLocks noGrp="1"/>
          </p:cNvSpPr>
          <p:nvPr>
            <p:ph sz="half" idx="1"/>
          </p:nvPr>
        </p:nvSpPr>
        <p:spPr>
          <a:xfrm>
            <a:off x="429986" y="1290995"/>
            <a:ext cx="2710423" cy="3324348"/>
          </a:xfrm>
        </p:spPr>
        <p:txBody>
          <a:bodyPr>
            <a:normAutofit/>
          </a:bodyPr>
          <a:lstStyle>
            <a:lvl1pPr>
              <a:lnSpc>
                <a:spcPct val="100000"/>
              </a:lnSpc>
              <a:defRPr sz="1200">
                <a:solidFill>
                  <a:schemeClr val="bg2"/>
                </a:solidFill>
              </a:defRPr>
            </a:lvl1pPr>
            <a:lvl2pPr>
              <a:lnSpc>
                <a:spcPct val="100000"/>
              </a:lnSpc>
              <a:defRPr sz="1000">
                <a:solidFill>
                  <a:schemeClr val="bg2"/>
                </a:solidFill>
              </a:defRPr>
            </a:lvl2pPr>
            <a:lvl3pPr>
              <a:lnSpc>
                <a:spcPct val="100000"/>
              </a:lnSpc>
              <a:defRPr sz="900">
                <a:solidFill>
                  <a:schemeClr val="bg2"/>
                </a:solidFill>
              </a:defRPr>
            </a:lvl3pPr>
            <a:lvl4pPr>
              <a:lnSpc>
                <a:spcPct val="100000"/>
              </a:lnSpc>
              <a:defRPr sz="800">
                <a:solidFill>
                  <a:schemeClr val="bg2"/>
                </a:solidFill>
              </a:defRPr>
            </a:lvl4pPr>
            <a:lvl5pPr>
              <a:lnSpc>
                <a:spcPct val="100000"/>
              </a:lnSpc>
              <a:defRPr sz="800">
                <a:solidFill>
                  <a:schemeClr val="bg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Slide Number Placeholder 5">
            <a:extLst>
              <a:ext uri="{FF2B5EF4-FFF2-40B4-BE49-F238E27FC236}">
                <a16:creationId xmlns:a16="http://schemas.microsoft.com/office/drawing/2014/main" id="{2AD51B40-CA20-CC36-886B-2FD7FFE2144A}"/>
              </a:ext>
            </a:extLst>
          </p:cNvPr>
          <p:cNvSpPr>
            <a:spLocks noGrp="1"/>
          </p:cNvSpPr>
          <p:nvPr>
            <p:ph type="sldNum" sz="quarter" idx="10"/>
          </p:nvPr>
        </p:nvSpPr>
        <p:spPr>
          <a:xfrm>
            <a:off x="419100" y="4811713"/>
            <a:ext cx="6438900" cy="273844"/>
          </a:xfrm>
        </p:spPr>
        <p:txBody>
          <a:bodyPr/>
          <a:lstStyle>
            <a:lvl1pPr algn="l">
              <a:lnSpc>
                <a:spcPct val="100000"/>
              </a:lnSpc>
              <a:defRPr lang="en-GB" sz="600" kern="1200" smtClean="0">
                <a:solidFill>
                  <a:schemeClr val="bg1"/>
                </a:solidFill>
                <a:latin typeface="+mn-lt"/>
                <a:ea typeface="Neue Montreal"/>
                <a:cs typeface="Neue Montreal"/>
              </a:defRPr>
            </a:lvl1pPr>
          </a:lstStyle>
          <a:p>
            <a:pPr>
              <a:defRPr/>
            </a:pPr>
            <a:fld id="{AFF38C70-6F40-5D4D-A0BF-16E513BE3FA5}" type="slidenum">
              <a:rPr lang="en-US"/>
              <a:pPr>
                <a:defRPr/>
              </a:pPr>
              <a:t>‹#›</a:t>
            </a:fld>
            <a:r>
              <a:rPr lang="en-US"/>
              <a:t> | PRIVATE AND CONFIDENTIAL 					</a:t>
            </a:r>
            <a:r>
              <a:rPr lang="en-US">
                <a:solidFill>
                  <a:schemeClr val="tx1"/>
                </a:solidFill>
              </a:rPr>
              <a:t>© Cambridge Cognition </a:t>
            </a:r>
            <a:fld id="{3AD53894-0F87-7B4D-B0DE-8594365A1A3A}" type="datetimeyyyy">
              <a:rPr lang="en-US">
                <a:solidFill>
                  <a:schemeClr val="tx1"/>
                </a:solidFill>
              </a:rPr>
              <a:pPr>
                <a:defRPr/>
              </a:pPr>
              <a:t>2026</a:t>
            </a:fld>
            <a:r>
              <a:rPr lang="en-US">
                <a:solidFill>
                  <a:schemeClr val="tx1"/>
                </a:solidFill>
              </a:rPr>
              <a:t>. All rights reserved. </a:t>
            </a:r>
          </a:p>
        </p:txBody>
      </p:sp>
    </p:spTree>
    <p:extLst>
      <p:ext uri="{BB962C8B-B14F-4D97-AF65-F5344CB8AC3E}">
        <p14:creationId xmlns:p14="http://schemas.microsoft.com/office/powerpoint/2010/main" val="41096309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_11">
    <p:bg>
      <p:bgPr>
        <a:solidFill>
          <a:srgbClr val="153E64"/>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88C40B0-42FD-A6CA-79FB-FCEDA50921B7}"/>
              </a:ext>
            </a:extLst>
          </p:cNvPr>
          <p:cNvSpPr/>
          <p:nvPr/>
        </p:nvSpPr>
        <p:spPr>
          <a:xfrm>
            <a:off x="3305175" y="0"/>
            <a:ext cx="5838825" cy="5143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sp>
        <p:nvSpPr>
          <p:cNvPr id="4" name="Freeform 2">
            <a:extLst>
              <a:ext uri="{FF2B5EF4-FFF2-40B4-BE49-F238E27FC236}">
                <a16:creationId xmlns:a16="http://schemas.microsoft.com/office/drawing/2014/main" id="{72FE30A2-6CA7-B8A0-8F6C-43E14BD24505}"/>
              </a:ext>
            </a:extLst>
          </p:cNvPr>
          <p:cNvSpPr/>
          <p:nvPr/>
        </p:nvSpPr>
        <p:spPr>
          <a:xfrm>
            <a:off x="-4232" y="209550"/>
            <a:ext cx="9144001" cy="2700338"/>
          </a:xfrm>
          <a:custGeom>
            <a:avLst/>
            <a:gdLst/>
            <a:ahLst/>
            <a:cxnLst/>
            <a:rect l="l" t="t" r="r" b="b"/>
            <a:pathLst>
              <a:path w="27580755" h="5989988">
                <a:moveTo>
                  <a:pt x="0" y="0"/>
                </a:moveTo>
                <a:lnTo>
                  <a:pt x="27580755" y="0"/>
                </a:lnTo>
                <a:lnTo>
                  <a:pt x="27580755" y="5989988"/>
                </a:lnTo>
                <a:lnTo>
                  <a:pt x="0" y="5989988"/>
                </a:lnTo>
                <a:lnTo>
                  <a:pt x="0" y="0"/>
                </a:lnTo>
                <a:close/>
              </a:path>
            </a:pathLst>
          </a:custGeom>
          <a:blipFill>
            <a:blip r:embed="rId2">
              <a:alphaModFix amt="9999"/>
            </a:blip>
            <a:stretch>
              <a:fillRect l="-25928" t="-10912" r="-45332"/>
            </a:stretch>
          </a:blipFill>
        </p:spPr>
        <p:txBody>
          <a:bodyPr/>
          <a:lstStyle/>
          <a:p>
            <a:pPr eaLnBrk="1" fontAlgn="auto" hangingPunct="1">
              <a:spcBef>
                <a:spcPts val="0"/>
              </a:spcBef>
              <a:spcAft>
                <a:spcPts val="0"/>
              </a:spcAft>
              <a:defRPr/>
            </a:pPr>
            <a:endParaRPr lang="en-GB">
              <a:latin typeface="+mn-lt"/>
            </a:endParaRPr>
          </a:p>
        </p:txBody>
      </p:sp>
      <p:sp>
        <p:nvSpPr>
          <p:cNvPr id="5" name="Freeform 7">
            <a:extLst>
              <a:ext uri="{FF2B5EF4-FFF2-40B4-BE49-F238E27FC236}">
                <a16:creationId xmlns:a16="http://schemas.microsoft.com/office/drawing/2014/main" id="{A8B582A6-4D00-3C0C-4DA7-82F42A7DD4BA}"/>
              </a:ext>
            </a:extLst>
          </p:cNvPr>
          <p:cNvSpPr/>
          <p:nvPr/>
        </p:nvSpPr>
        <p:spPr>
          <a:xfrm>
            <a:off x="3305176" y="-1"/>
            <a:ext cx="5838825" cy="5143501"/>
          </a:xfrm>
          <a:custGeom>
            <a:avLst/>
            <a:gdLst/>
            <a:ahLst/>
            <a:cxnLst/>
            <a:rect l="l" t="t" r="r" b="b"/>
            <a:pathLst>
              <a:path w="12276877" h="10287000">
                <a:moveTo>
                  <a:pt x="0" y="0"/>
                </a:moveTo>
                <a:lnTo>
                  <a:pt x="12276877" y="0"/>
                </a:lnTo>
                <a:lnTo>
                  <a:pt x="12276877" y="10287000"/>
                </a:lnTo>
                <a:lnTo>
                  <a:pt x="0" y="10287000"/>
                </a:lnTo>
                <a:lnTo>
                  <a:pt x="0" y="0"/>
                </a:lnTo>
                <a:close/>
              </a:path>
            </a:pathLst>
          </a:custGeom>
          <a:blipFill>
            <a:blip r:embed="rId3"/>
            <a:stretch>
              <a:fillRect t="-49" r="-5131" b="-49"/>
            </a:stretch>
          </a:blipFill>
        </p:spPr>
        <p:txBody>
          <a:bodyPr/>
          <a:lstStyle/>
          <a:p>
            <a:pPr eaLnBrk="1" fontAlgn="auto" hangingPunct="1">
              <a:spcBef>
                <a:spcPts val="0"/>
              </a:spcBef>
              <a:spcAft>
                <a:spcPts val="0"/>
              </a:spcAft>
              <a:defRPr/>
            </a:pPr>
            <a:endParaRPr lang="en-GB">
              <a:latin typeface="+mn-lt"/>
            </a:endParaRPr>
          </a:p>
        </p:txBody>
      </p:sp>
      <p:sp>
        <p:nvSpPr>
          <p:cNvPr id="6" name="Slide Number Placeholder 5">
            <a:extLst>
              <a:ext uri="{FF2B5EF4-FFF2-40B4-BE49-F238E27FC236}">
                <a16:creationId xmlns:a16="http://schemas.microsoft.com/office/drawing/2014/main" id="{643A7659-2917-55A3-E185-2BF06D1F7A7B}"/>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tx1"/>
                </a:solidFill>
              </a:rPr>
              <a:t>www.cambridgecognition.com</a:t>
            </a:r>
          </a:p>
        </p:txBody>
      </p:sp>
      <p:sp>
        <p:nvSpPr>
          <p:cNvPr id="7" name="Freeform 10">
            <a:extLst>
              <a:ext uri="{FF2B5EF4-FFF2-40B4-BE49-F238E27FC236}">
                <a16:creationId xmlns:a16="http://schemas.microsoft.com/office/drawing/2014/main" id="{440E03C7-A314-8516-79F1-C2DDA450B7DD}"/>
              </a:ext>
            </a:extLst>
          </p:cNvPr>
          <p:cNvSpPr>
            <a:spLocks/>
          </p:cNvSpPr>
          <p:nvPr/>
        </p:nvSpPr>
        <p:spPr bwMode="auto">
          <a:xfrm>
            <a:off x="7884319" y="3969"/>
            <a:ext cx="903288" cy="569119"/>
          </a:xfrm>
          <a:custGeom>
            <a:avLst/>
            <a:gdLst>
              <a:gd name="T0" fmla="*/ 0 w 2690068"/>
              <a:gd name="T1" fmla="*/ 0 h 1696840"/>
              <a:gd name="T2" fmla="*/ 2690068 w 2690068"/>
              <a:gd name="T3" fmla="*/ 0 h 1696840"/>
              <a:gd name="T4" fmla="*/ 2690068 w 2690068"/>
              <a:gd name="T5" fmla="*/ 1696839 h 1696840"/>
              <a:gd name="T6" fmla="*/ 0 w 2690068"/>
              <a:gd name="T7" fmla="*/ 1696839 h 1696840"/>
              <a:gd name="T8" fmla="*/ 0 w 2690068"/>
              <a:gd name="T9" fmla="*/ 0 h 1696840"/>
            </a:gdLst>
            <a:ahLst/>
            <a:cxnLst>
              <a:cxn ang="0">
                <a:pos x="T0" y="T1"/>
              </a:cxn>
              <a:cxn ang="0">
                <a:pos x="T2" y="T3"/>
              </a:cxn>
              <a:cxn ang="0">
                <a:pos x="T4" y="T5"/>
              </a:cxn>
              <a:cxn ang="0">
                <a:pos x="T6" y="T7"/>
              </a:cxn>
              <a:cxn ang="0">
                <a:pos x="T8" y="T9"/>
              </a:cxn>
            </a:cxnLst>
            <a:rect l="0" t="0" r="r" b="b"/>
            <a:pathLst>
              <a:path w="2690068" h="1696840">
                <a:moveTo>
                  <a:pt x="0" y="0"/>
                </a:moveTo>
                <a:lnTo>
                  <a:pt x="2690068" y="0"/>
                </a:lnTo>
                <a:lnTo>
                  <a:pt x="2690068" y="1696839"/>
                </a:lnTo>
                <a:lnTo>
                  <a:pt x="0" y="1696839"/>
                </a:lnTo>
                <a:lnTo>
                  <a:pt x="0" y="0"/>
                </a:lnTo>
                <a:close/>
              </a:path>
            </a:pathLst>
          </a:cu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 name="Content Placeholder 2"/>
          <p:cNvSpPr>
            <a:spLocks noGrp="1"/>
          </p:cNvSpPr>
          <p:nvPr>
            <p:ph sz="half" idx="1"/>
          </p:nvPr>
        </p:nvSpPr>
        <p:spPr>
          <a:xfrm>
            <a:off x="429985" y="1414930"/>
            <a:ext cx="2710423" cy="3324348"/>
          </a:xfrm>
        </p:spPr>
        <p:txBody>
          <a:bodyPr>
            <a:normAutofit/>
          </a:bodyPr>
          <a:lstStyle>
            <a:lvl1pPr>
              <a:lnSpc>
                <a:spcPct val="100000"/>
              </a:lnSpc>
              <a:defRPr sz="1200">
                <a:solidFill>
                  <a:schemeClr val="bg2"/>
                </a:solidFill>
              </a:defRPr>
            </a:lvl1pPr>
            <a:lvl2pPr>
              <a:lnSpc>
                <a:spcPct val="100000"/>
              </a:lnSpc>
              <a:defRPr sz="1000">
                <a:solidFill>
                  <a:schemeClr val="bg2"/>
                </a:solidFill>
              </a:defRPr>
            </a:lvl2pPr>
            <a:lvl3pPr>
              <a:lnSpc>
                <a:spcPct val="100000"/>
              </a:lnSpc>
              <a:defRPr sz="900">
                <a:solidFill>
                  <a:schemeClr val="bg2"/>
                </a:solidFill>
              </a:defRPr>
            </a:lvl3pPr>
            <a:lvl4pPr>
              <a:lnSpc>
                <a:spcPct val="100000"/>
              </a:lnSpc>
              <a:defRPr sz="800">
                <a:solidFill>
                  <a:schemeClr val="bg2"/>
                </a:solidFill>
              </a:defRPr>
            </a:lvl4pPr>
            <a:lvl5pPr>
              <a:lnSpc>
                <a:spcPct val="100000"/>
              </a:lnSpc>
              <a:defRPr sz="800">
                <a:solidFill>
                  <a:schemeClr val="bg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Title 1"/>
          <p:cNvSpPr>
            <a:spLocks noGrp="1"/>
          </p:cNvSpPr>
          <p:nvPr>
            <p:ph type="title"/>
          </p:nvPr>
        </p:nvSpPr>
        <p:spPr>
          <a:xfrm>
            <a:off x="429986" y="425068"/>
            <a:ext cx="2710422" cy="490499"/>
          </a:xfrm>
        </p:spPr>
        <p:txBody>
          <a:bodyPr anchor="b">
            <a:normAutofit/>
          </a:bodyPr>
          <a:lstStyle>
            <a:lvl1pPr>
              <a:lnSpc>
                <a:spcPct val="100000"/>
              </a:lnSpc>
              <a:defRPr sz="1800" b="1">
                <a:solidFill>
                  <a:schemeClr val="bg2"/>
                </a:solidFill>
                <a:latin typeface="+mj-lt"/>
              </a:defRPr>
            </a:lvl1pPr>
          </a:lstStyle>
          <a:p>
            <a:r>
              <a:rPr lang="en-GB"/>
              <a:t>Click to edit Master title style</a:t>
            </a:r>
          </a:p>
        </p:txBody>
      </p:sp>
      <p:sp>
        <p:nvSpPr>
          <p:cNvPr id="8" name="Slide Number Placeholder 5">
            <a:extLst>
              <a:ext uri="{FF2B5EF4-FFF2-40B4-BE49-F238E27FC236}">
                <a16:creationId xmlns:a16="http://schemas.microsoft.com/office/drawing/2014/main" id="{32896876-33C5-395C-E7F6-4076F1F4B703}"/>
              </a:ext>
            </a:extLst>
          </p:cNvPr>
          <p:cNvSpPr>
            <a:spLocks noGrp="1"/>
          </p:cNvSpPr>
          <p:nvPr>
            <p:ph type="sldNum" sz="quarter" idx="10"/>
          </p:nvPr>
        </p:nvSpPr>
        <p:spPr>
          <a:xfrm>
            <a:off x="419100" y="4811713"/>
            <a:ext cx="6438900" cy="273844"/>
          </a:xfrm>
        </p:spPr>
        <p:txBody>
          <a:bodyPr/>
          <a:lstStyle>
            <a:lvl1pPr algn="l">
              <a:lnSpc>
                <a:spcPct val="100000"/>
              </a:lnSpc>
              <a:defRPr lang="en-GB" sz="600" kern="1200" smtClean="0">
                <a:solidFill>
                  <a:schemeClr val="bg1"/>
                </a:solidFill>
                <a:latin typeface="+mn-lt"/>
                <a:ea typeface="Neue Montreal"/>
                <a:cs typeface="Neue Montreal"/>
              </a:defRPr>
            </a:lvl1pPr>
          </a:lstStyle>
          <a:p>
            <a:pPr>
              <a:defRPr/>
            </a:pPr>
            <a:fld id="{BD3DE0CC-6F91-EA46-9AF5-3958A3F0E79E}" type="slidenum">
              <a:rPr lang="en-US"/>
              <a:pPr>
                <a:defRPr/>
              </a:pPr>
              <a:t>‹#›</a:t>
            </a:fld>
            <a:r>
              <a:rPr lang="en-US"/>
              <a:t> | PRIVATE AND CONFIDENTIAL 					</a:t>
            </a:r>
            <a:r>
              <a:rPr lang="en-US">
                <a:solidFill>
                  <a:schemeClr val="tx1"/>
                </a:solidFill>
              </a:rPr>
              <a:t>© Cambridge Cognition </a:t>
            </a:r>
            <a:fld id="{3AD53894-0F87-7B4D-B0DE-8594365A1A3A}" type="datetimeyyyy">
              <a:rPr lang="en-US">
                <a:solidFill>
                  <a:schemeClr val="tx1"/>
                </a:solidFill>
              </a:rPr>
              <a:pPr>
                <a:defRPr/>
              </a:pPr>
              <a:t>2026</a:t>
            </a:fld>
            <a:r>
              <a:rPr lang="en-US">
                <a:solidFill>
                  <a:schemeClr val="tx1"/>
                </a:solidFill>
              </a:rPr>
              <a:t>. All rights reserved. </a:t>
            </a:r>
          </a:p>
        </p:txBody>
      </p:sp>
    </p:spTree>
    <p:extLst>
      <p:ext uri="{BB962C8B-B14F-4D97-AF65-F5344CB8AC3E}">
        <p14:creationId xmlns:p14="http://schemas.microsoft.com/office/powerpoint/2010/main" val="27247170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_12">
    <p:bg>
      <p:bgPr>
        <a:solidFill>
          <a:srgbClr val="153E6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B18B66-9672-6220-ADF0-BE04675F7DFD}"/>
              </a:ext>
            </a:extLst>
          </p:cNvPr>
          <p:cNvSpPr/>
          <p:nvPr/>
        </p:nvSpPr>
        <p:spPr>
          <a:xfrm>
            <a:off x="3305175" y="0"/>
            <a:ext cx="5838825" cy="5143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sp>
        <p:nvSpPr>
          <p:cNvPr id="4" name="Freeform 3">
            <a:extLst>
              <a:ext uri="{FF2B5EF4-FFF2-40B4-BE49-F238E27FC236}">
                <a16:creationId xmlns:a16="http://schemas.microsoft.com/office/drawing/2014/main" id="{A08A5E52-C6D9-B45D-4A8C-E3E0CBC8ABFB}"/>
              </a:ext>
            </a:extLst>
          </p:cNvPr>
          <p:cNvSpPr/>
          <p:nvPr/>
        </p:nvSpPr>
        <p:spPr>
          <a:xfrm>
            <a:off x="3305175" y="-1"/>
            <a:ext cx="5838825" cy="5143501"/>
          </a:xfrm>
          <a:custGeom>
            <a:avLst/>
            <a:gdLst/>
            <a:ahLst/>
            <a:cxnLst/>
            <a:rect l="l" t="t" r="r" b="b"/>
            <a:pathLst>
              <a:path w="12252906" h="10516293">
                <a:moveTo>
                  <a:pt x="0" y="0"/>
                </a:moveTo>
                <a:lnTo>
                  <a:pt x="12252906" y="0"/>
                </a:lnTo>
                <a:lnTo>
                  <a:pt x="12252906" y="10516293"/>
                </a:lnTo>
                <a:lnTo>
                  <a:pt x="0" y="10516293"/>
                </a:lnTo>
                <a:lnTo>
                  <a:pt x="0" y="0"/>
                </a:lnTo>
                <a:close/>
              </a:path>
            </a:pathLst>
          </a:custGeom>
          <a:blipFill>
            <a:blip r:embed="rId2"/>
            <a:stretch>
              <a:fillRect l="-2443" t="-2228" r="-4925" b="-1"/>
            </a:stretch>
          </a:blipFill>
        </p:spPr>
        <p:txBody>
          <a:bodyPr/>
          <a:lstStyle/>
          <a:p>
            <a:pPr eaLnBrk="1" fontAlgn="auto" hangingPunct="1">
              <a:spcBef>
                <a:spcPts val="0"/>
              </a:spcBef>
              <a:spcAft>
                <a:spcPts val="0"/>
              </a:spcAft>
              <a:defRPr/>
            </a:pPr>
            <a:endParaRPr lang="en-GB">
              <a:latin typeface="+mn-lt"/>
            </a:endParaRPr>
          </a:p>
        </p:txBody>
      </p:sp>
      <p:sp>
        <p:nvSpPr>
          <p:cNvPr id="5" name="Freeform 2">
            <a:extLst>
              <a:ext uri="{FF2B5EF4-FFF2-40B4-BE49-F238E27FC236}">
                <a16:creationId xmlns:a16="http://schemas.microsoft.com/office/drawing/2014/main" id="{BB3F2D73-5A01-A72F-6862-E0F9FDB32B78}"/>
              </a:ext>
            </a:extLst>
          </p:cNvPr>
          <p:cNvSpPr/>
          <p:nvPr/>
        </p:nvSpPr>
        <p:spPr>
          <a:xfrm>
            <a:off x="-1" y="-1"/>
            <a:ext cx="3305176" cy="2700338"/>
          </a:xfrm>
          <a:custGeom>
            <a:avLst/>
            <a:gdLst/>
            <a:ahLst/>
            <a:cxnLst/>
            <a:rect l="l" t="t" r="r" b="b"/>
            <a:pathLst>
              <a:path w="27580755" h="5989988">
                <a:moveTo>
                  <a:pt x="0" y="0"/>
                </a:moveTo>
                <a:lnTo>
                  <a:pt x="27580755" y="0"/>
                </a:lnTo>
                <a:lnTo>
                  <a:pt x="27580755" y="5989988"/>
                </a:lnTo>
                <a:lnTo>
                  <a:pt x="0" y="5989988"/>
                </a:lnTo>
                <a:lnTo>
                  <a:pt x="0" y="0"/>
                </a:lnTo>
                <a:close/>
              </a:path>
            </a:pathLst>
          </a:custGeom>
          <a:blipFill>
            <a:blip r:embed="rId3">
              <a:alphaModFix amt="9999"/>
            </a:blip>
            <a:stretch>
              <a:fillRect l="-71732" t="-10912" r="-302071"/>
            </a:stretch>
          </a:blipFill>
        </p:spPr>
        <p:txBody>
          <a:bodyPr/>
          <a:lstStyle/>
          <a:p>
            <a:pPr eaLnBrk="1" fontAlgn="auto" hangingPunct="1">
              <a:spcBef>
                <a:spcPts val="0"/>
              </a:spcBef>
              <a:spcAft>
                <a:spcPts val="0"/>
              </a:spcAft>
              <a:defRPr/>
            </a:pPr>
            <a:endParaRPr lang="en-GB">
              <a:latin typeface="+mn-lt"/>
            </a:endParaRPr>
          </a:p>
        </p:txBody>
      </p:sp>
      <p:sp>
        <p:nvSpPr>
          <p:cNvPr id="6" name="Slide Number Placeholder 5">
            <a:extLst>
              <a:ext uri="{FF2B5EF4-FFF2-40B4-BE49-F238E27FC236}">
                <a16:creationId xmlns:a16="http://schemas.microsoft.com/office/drawing/2014/main" id="{43CEEE24-1921-19F3-0F7A-D0E7872B1929}"/>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bg2"/>
                </a:solidFill>
              </a:rPr>
              <a:t>www.cambridgecognition.com</a:t>
            </a:r>
          </a:p>
        </p:txBody>
      </p:sp>
      <p:sp>
        <p:nvSpPr>
          <p:cNvPr id="7" name="Freeform 10">
            <a:extLst>
              <a:ext uri="{FF2B5EF4-FFF2-40B4-BE49-F238E27FC236}">
                <a16:creationId xmlns:a16="http://schemas.microsoft.com/office/drawing/2014/main" id="{4094FF10-95EA-11B2-A29C-CBE4A4129C62}"/>
              </a:ext>
            </a:extLst>
          </p:cNvPr>
          <p:cNvSpPr>
            <a:spLocks/>
          </p:cNvSpPr>
          <p:nvPr/>
        </p:nvSpPr>
        <p:spPr bwMode="auto">
          <a:xfrm>
            <a:off x="7884319" y="3969"/>
            <a:ext cx="903288" cy="569119"/>
          </a:xfrm>
          <a:custGeom>
            <a:avLst/>
            <a:gdLst>
              <a:gd name="T0" fmla="*/ 0 w 2690068"/>
              <a:gd name="T1" fmla="*/ 0 h 1696840"/>
              <a:gd name="T2" fmla="*/ 2690068 w 2690068"/>
              <a:gd name="T3" fmla="*/ 0 h 1696840"/>
              <a:gd name="T4" fmla="*/ 2690068 w 2690068"/>
              <a:gd name="T5" fmla="*/ 1696839 h 1696840"/>
              <a:gd name="T6" fmla="*/ 0 w 2690068"/>
              <a:gd name="T7" fmla="*/ 1696839 h 1696840"/>
              <a:gd name="T8" fmla="*/ 0 w 2690068"/>
              <a:gd name="T9" fmla="*/ 0 h 1696840"/>
            </a:gdLst>
            <a:ahLst/>
            <a:cxnLst>
              <a:cxn ang="0">
                <a:pos x="T0" y="T1"/>
              </a:cxn>
              <a:cxn ang="0">
                <a:pos x="T2" y="T3"/>
              </a:cxn>
              <a:cxn ang="0">
                <a:pos x="T4" y="T5"/>
              </a:cxn>
              <a:cxn ang="0">
                <a:pos x="T6" y="T7"/>
              </a:cxn>
              <a:cxn ang="0">
                <a:pos x="T8" y="T9"/>
              </a:cxn>
            </a:cxnLst>
            <a:rect l="0" t="0" r="r" b="b"/>
            <a:pathLst>
              <a:path w="2690068" h="1696840">
                <a:moveTo>
                  <a:pt x="0" y="0"/>
                </a:moveTo>
                <a:lnTo>
                  <a:pt x="2690068" y="0"/>
                </a:lnTo>
                <a:lnTo>
                  <a:pt x="2690068" y="1696839"/>
                </a:lnTo>
                <a:lnTo>
                  <a:pt x="0" y="1696839"/>
                </a:lnTo>
                <a:lnTo>
                  <a:pt x="0" y="0"/>
                </a:lnTo>
                <a:close/>
              </a:path>
            </a:pathLst>
          </a:cu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 name="Content Placeholder 2"/>
          <p:cNvSpPr>
            <a:spLocks noGrp="1"/>
          </p:cNvSpPr>
          <p:nvPr>
            <p:ph sz="half" idx="1"/>
          </p:nvPr>
        </p:nvSpPr>
        <p:spPr>
          <a:xfrm>
            <a:off x="429985" y="1414930"/>
            <a:ext cx="2710423" cy="3324348"/>
          </a:xfrm>
        </p:spPr>
        <p:txBody>
          <a:bodyPr>
            <a:normAutofit/>
          </a:bodyPr>
          <a:lstStyle>
            <a:lvl1pPr>
              <a:lnSpc>
                <a:spcPct val="100000"/>
              </a:lnSpc>
              <a:defRPr sz="1200">
                <a:solidFill>
                  <a:schemeClr val="bg2"/>
                </a:solidFill>
              </a:defRPr>
            </a:lvl1pPr>
            <a:lvl2pPr>
              <a:lnSpc>
                <a:spcPct val="100000"/>
              </a:lnSpc>
              <a:defRPr sz="1000">
                <a:solidFill>
                  <a:schemeClr val="bg2"/>
                </a:solidFill>
              </a:defRPr>
            </a:lvl2pPr>
            <a:lvl3pPr>
              <a:lnSpc>
                <a:spcPct val="100000"/>
              </a:lnSpc>
              <a:defRPr sz="900">
                <a:solidFill>
                  <a:schemeClr val="bg2"/>
                </a:solidFill>
              </a:defRPr>
            </a:lvl3pPr>
            <a:lvl4pPr>
              <a:lnSpc>
                <a:spcPct val="100000"/>
              </a:lnSpc>
              <a:defRPr sz="800">
                <a:solidFill>
                  <a:schemeClr val="bg2"/>
                </a:solidFill>
              </a:defRPr>
            </a:lvl4pPr>
            <a:lvl5pPr>
              <a:lnSpc>
                <a:spcPct val="100000"/>
              </a:lnSpc>
              <a:defRPr sz="800">
                <a:solidFill>
                  <a:schemeClr val="bg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 name="Title 1"/>
          <p:cNvSpPr>
            <a:spLocks noGrp="1"/>
          </p:cNvSpPr>
          <p:nvPr>
            <p:ph type="title"/>
          </p:nvPr>
        </p:nvSpPr>
        <p:spPr>
          <a:xfrm>
            <a:off x="429986" y="425068"/>
            <a:ext cx="2710422" cy="490499"/>
          </a:xfrm>
        </p:spPr>
        <p:txBody>
          <a:bodyPr anchor="b">
            <a:normAutofit/>
          </a:bodyPr>
          <a:lstStyle>
            <a:lvl1pPr>
              <a:lnSpc>
                <a:spcPct val="100000"/>
              </a:lnSpc>
              <a:defRPr sz="1800" b="1">
                <a:solidFill>
                  <a:schemeClr val="bg2"/>
                </a:solidFill>
                <a:latin typeface="+mj-lt"/>
              </a:defRPr>
            </a:lvl1pPr>
          </a:lstStyle>
          <a:p>
            <a:r>
              <a:rPr lang="en-GB"/>
              <a:t>Click to edit Master title style</a:t>
            </a:r>
          </a:p>
        </p:txBody>
      </p:sp>
      <p:sp>
        <p:nvSpPr>
          <p:cNvPr id="8" name="Slide Number Placeholder 5">
            <a:extLst>
              <a:ext uri="{FF2B5EF4-FFF2-40B4-BE49-F238E27FC236}">
                <a16:creationId xmlns:a16="http://schemas.microsoft.com/office/drawing/2014/main" id="{E88B49B5-DFB5-F0E0-2A5C-9AF26CE253D6}"/>
              </a:ext>
            </a:extLst>
          </p:cNvPr>
          <p:cNvSpPr>
            <a:spLocks noGrp="1"/>
          </p:cNvSpPr>
          <p:nvPr>
            <p:ph type="sldNum" sz="quarter" idx="10"/>
          </p:nvPr>
        </p:nvSpPr>
        <p:spPr>
          <a:xfrm>
            <a:off x="419100" y="4811713"/>
            <a:ext cx="6438900" cy="273844"/>
          </a:xfrm>
        </p:spPr>
        <p:txBody>
          <a:bodyPr/>
          <a:lstStyle>
            <a:lvl1pPr algn="l">
              <a:lnSpc>
                <a:spcPct val="100000"/>
              </a:lnSpc>
              <a:defRPr lang="en-GB" sz="600" kern="1200" smtClean="0">
                <a:solidFill>
                  <a:schemeClr val="bg2"/>
                </a:solidFill>
                <a:latin typeface="+mn-lt"/>
                <a:ea typeface="Neue Montreal"/>
                <a:cs typeface="Neue Montreal"/>
              </a:defRPr>
            </a:lvl1pPr>
          </a:lstStyle>
          <a:p>
            <a:pPr>
              <a:defRPr/>
            </a:pPr>
            <a:fld id="{A5768273-2C35-E041-B2EE-7DFD41570BA8}" type="slidenum">
              <a:rPr lang="en-US"/>
              <a:pPr>
                <a:defRPr/>
              </a:pPr>
              <a:t>‹#›</a:t>
            </a:fld>
            <a:r>
              <a:rPr lang="en-US"/>
              <a:t> | PRIVATE AND CONFIDENTIAL 					© Cambridge Cognition </a:t>
            </a:r>
            <a:fld id="{3AD53894-0F87-7B4D-B0DE-8594365A1A3A}" type="datetimeyyyy">
              <a:rPr lang="en-US"/>
              <a:pPr>
                <a:defRPr/>
              </a:pPr>
              <a:t>2026</a:t>
            </a:fld>
            <a:r>
              <a:rPr lang="en-US"/>
              <a:t>. All rights reserved. </a:t>
            </a:r>
          </a:p>
        </p:txBody>
      </p:sp>
    </p:spTree>
    <p:extLst>
      <p:ext uri="{BB962C8B-B14F-4D97-AF65-F5344CB8AC3E}">
        <p14:creationId xmlns:p14="http://schemas.microsoft.com/office/powerpoint/2010/main" val="9952959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_13">
    <p:bg>
      <p:bgPr>
        <a:solidFill>
          <a:srgbClr val="153E6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F32FD6-DD1E-6E76-4EB4-D84D37C80ABA}"/>
              </a:ext>
            </a:extLst>
          </p:cNvPr>
          <p:cNvSpPr/>
          <p:nvPr/>
        </p:nvSpPr>
        <p:spPr>
          <a:xfrm>
            <a:off x="3305175" y="0"/>
            <a:ext cx="5838825" cy="5143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sp>
        <p:nvSpPr>
          <p:cNvPr id="3" name="Freeform 8">
            <a:extLst>
              <a:ext uri="{FF2B5EF4-FFF2-40B4-BE49-F238E27FC236}">
                <a16:creationId xmlns:a16="http://schemas.microsoft.com/office/drawing/2014/main" id="{6BBFB7AD-D26C-6E7F-D64A-A0ED500697A6}"/>
              </a:ext>
            </a:extLst>
          </p:cNvPr>
          <p:cNvSpPr/>
          <p:nvPr/>
        </p:nvSpPr>
        <p:spPr>
          <a:xfrm>
            <a:off x="3305176" y="-1"/>
            <a:ext cx="5838825" cy="5143501"/>
          </a:xfrm>
          <a:custGeom>
            <a:avLst/>
            <a:gdLst/>
            <a:ahLst/>
            <a:cxnLst/>
            <a:rect l="l" t="t" r="r" b="b"/>
            <a:pathLst>
              <a:path w="12319533" h="10322742">
                <a:moveTo>
                  <a:pt x="0" y="0"/>
                </a:moveTo>
                <a:lnTo>
                  <a:pt x="12319533" y="0"/>
                </a:lnTo>
                <a:lnTo>
                  <a:pt x="12319533" y="10322742"/>
                </a:lnTo>
                <a:lnTo>
                  <a:pt x="0" y="10322742"/>
                </a:lnTo>
                <a:lnTo>
                  <a:pt x="0" y="0"/>
                </a:lnTo>
                <a:close/>
              </a:path>
            </a:pathLst>
          </a:custGeom>
          <a:blipFill>
            <a:blip r:embed="rId2"/>
            <a:stretch>
              <a:fillRect t="-347" r="-5496"/>
            </a:stretch>
          </a:blipFill>
        </p:spPr>
        <p:txBody>
          <a:bodyPr/>
          <a:lstStyle/>
          <a:p>
            <a:pPr eaLnBrk="1" fontAlgn="auto" hangingPunct="1">
              <a:spcBef>
                <a:spcPts val="0"/>
              </a:spcBef>
              <a:spcAft>
                <a:spcPts val="0"/>
              </a:spcAft>
              <a:defRPr/>
            </a:pPr>
            <a:endParaRPr lang="en-GB">
              <a:latin typeface="+mn-lt"/>
            </a:endParaRPr>
          </a:p>
        </p:txBody>
      </p:sp>
      <p:sp>
        <p:nvSpPr>
          <p:cNvPr id="5" name="Freeform 2">
            <a:extLst>
              <a:ext uri="{FF2B5EF4-FFF2-40B4-BE49-F238E27FC236}">
                <a16:creationId xmlns:a16="http://schemas.microsoft.com/office/drawing/2014/main" id="{DF2F691E-6E6F-BC9A-248B-5F06CDAE79BA}"/>
              </a:ext>
            </a:extLst>
          </p:cNvPr>
          <p:cNvSpPr/>
          <p:nvPr/>
        </p:nvSpPr>
        <p:spPr>
          <a:xfrm>
            <a:off x="-1" y="-92546"/>
            <a:ext cx="3305176" cy="2700338"/>
          </a:xfrm>
          <a:custGeom>
            <a:avLst/>
            <a:gdLst/>
            <a:ahLst/>
            <a:cxnLst/>
            <a:rect l="l" t="t" r="r" b="b"/>
            <a:pathLst>
              <a:path w="27580755" h="5989988">
                <a:moveTo>
                  <a:pt x="0" y="0"/>
                </a:moveTo>
                <a:lnTo>
                  <a:pt x="27580755" y="0"/>
                </a:lnTo>
                <a:lnTo>
                  <a:pt x="27580755" y="5989988"/>
                </a:lnTo>
                <a:lnTo>
                  <a:pt x="0" y="5989988"/>
                </a:lnTo>
                <a:lnTo>
                  <a:pt x="0" y="0"/>
                </a:lnTo>
                <a:close/>
              </a:path>
            </a:pathLst>
          </a:custGeom>
          <a:blipFill>
            <a:blip r:embed="rId3">
              <a:alphaModFix amt="9999"/>
            </a:blip>
            <a:stretch>
              <a:fillRect l="-71732" t="-10912" r="-302071"/>
            </a:stretch>
          </a:blipFill>
        </p:spPr>
        <p:txBody>
          <a:bodyPr/>
          <a:lstStyle/>
          <a:p>
            <a:pPr eaLnBrk="1" fontAlgn="auto" hangingPunct="1">
              <a:spcBef>
                <a:spcPts val="0"/>
              </a:spcBef>
              <a:spcAft>
                <a:spcPts val="0"/>
              </a:spcAft>
              <a:defRPr/>
            </a:pPr>
            <a:endParaRPr lang="en-GB" b="1">
              <a:latin typeface="+mn-lt"/>
            </a:endParaRPr>
          </a:p>
        </p:txBody>
      </p:sp>
      <p:sp>
        <p:nvSpPr>
          <p:cNvPr id="6" name="Slide Number Placeholder 5">
            <a:extLst>
              <a:ext uri="{FF2B5EF4-FFF2-40B4-BE49-F238E27FC236}">
                <a16:creationId xmlns:a16="http://schemas.microsoft.com/office/drawing/2014/main" id="{50DDD02D-069E-256A-2B5E-6620766EC54A}"/>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bg2"/>
                </a:solidFill>
              </a:rPr>
              <a:t>www.cambridgecognition.com</a:t>
            </a:r>
          </a:p>
        </p:txBody>
      </p:sp>
      <p:sp>
        <p:nvSpPr>
          <p:cNvPr id="7" name="Freeform 10">
            <a:extLst>
              <a:ext uri="{FF2B5EF4-FFF2-40B4-BE49-F238E27FC236}">
                <a16:creationId xmlns:a16="http://schemas.microsoft.com/office/drawing/2014/main" id="{31F7FC64-5247-20DC-C0FF-78835E4A339C}"/>
              </a:ext>
            </a:extLst>
          </p:cNvPr>
          <p:cNvSpPr>
            <a:spLocks/>
          </p:cNvSpPr>
          <p:nvPr/>
        </p:nvSpPr>
        <p:spPr bwMode="auto">
          <a:xfrm>
            <a:off x="7884319" y="3969"/>
            <a:ext cx="903288" cy="569119"/>
          </a:xfrm>
          <a:custGeom>
            <a:avLst/>
            <a:gdLst>
              <a:gd name="T0" fmla="*/ 0 w 2690068"/>
              <a:gd name="T1" fmla="*/ 0 h 1696840"/>
              <a:gd name="T2" fmla="*/ 2690068 w 2690068"/>
              <a:gd name="T3" fmla="*/ 0 h 1696840"/>
              <a:gd name="T4" fmla="*/ 2690068 w 2690068"/>
              <a:gd name="T5" fmla="*/ 1696839 h 1696840"/>
              <a:gd name="T6" fmla="*/ 0 w 2690068"/>
              <a:gd name="T7" fmla="*/ 1696839 h 1696840"/>
              <a:gd name="T8" fmla="*/ 0 w 2690068"/>
              <a:gd name="T9" fmla="*/ 0 h 1696840"/>
            </a:gdLst>
            <a:ahLst/>
            <a:cxnLst>
              <a:cxn ang="0">
                <a:pos x="T0" y="T1"/>
              </a:cxn>
              <a:cxn ang="0">
                <a:pos x="T2" y="T3"/>
              </a:cxn>
              <a:cxn ang="0">
                <a:pos x="T4" y="T5"/>
              </a:cxn>
              <a:cxn ang="0">
                <a:pos x="T6" y="T7"/>
              </a:cxn>
              <a:cxn ang="0">
                <a:pos x="T8" y="T9"/>
              </a:cxn>
            </a:cxnLst>
            <a:rect l="0" t="0" r="r" b="b"/>
            <a:pathLst>
              <a:path w="2690068" h="1696840">
                <a:moveTo>
                  <a:pt x="0" y="0"/>
                </a:moveTo>
                <a:lnTo>
                  <a:pt x="2690068" y="0"/>
                </a:lnTo>
                <a:lnTo>
                  <a:pt x="2690068" y="1696839"/>
                </a:lnTo>
                <a:lnTo>
                  <a:pt x="0" y="1696839"/>
                </a:lnTo>
                <a:lnTo>
                  <a:pt x="0" y="0"/>
                </a:lnTo>
                <a:close/>
              </a:path>
            </a:pathLst>
          </a:cu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 name="Content Placeholder 2"/>
          <p:cNvSpPr>
            <a:spLocks noGrp="1"/>
          </p:cNvSpPr>
          <p:nvPr>
            <p:ph sz="half" idx="1"/>
          </p:nvPr>
        </p:nvSpPr>
        <p:spPr>
          <a:xfrm>
            <a:off x="429985" y="1414930"/>
            <a:ext cx="2710423" cy="3324348"/>
          </a:xfrm>
        </p:spPr>
        <p:txBody>
          <a:bodyPr>
            <a:normAutofit/>
          </a:bodyPr>
          <a:lstStyle>
            <a:lvl1pPr>
              <a:lnSpc>
                <a:spcPct val="100000"/>
              </a:lnSpc>
              <a:defRPr sz="1200">
                <a:solidFill>
                  <a:schemeClr val="bg2"/>
                </a:solidFill>
              </a:defRPr>
            </a:lvl1pPr>
            <a:lvl2pPr>
              <a:lnSpc>
                <a:spcPct val="100000"/>
              </a:lnSpc>
              <a:defRPr sz="1000">
                <a:solidFill>
                  <a:schemeClr val="bg2"/>
                </a:solidFill>
              </a:defRPr>
            </a:lvl2pPr>
            <a:lvl3pPr>
              <a:lnSpc>
                <a:spcPct val="100000"/>
              </a:lnSpc>
              <a:defRPr sz="900">
                <a:solidFill>
                  <a:schemeClr val="bg2"/>
                </a:solidFill>
              </a:defRPr>
            </a:lvl3pPr>
            <a:lvl4pPr>
              <a:lnSpc>
                <a:spcPct val="100000"/>
              </a:lnSpc>
              <a:defRPr sz="800">
                <a:solidFill>
                  <a:schemeClr val="bg2"/>
                </a:solidFill>
              </a:defRPr>
            </a:lvl4pPr>
            <a:lvl5pPr>
              <a:lnSpc>
                <a:spcPct val="100000"/>
              </a:lnSpc>
              <a:defRPr sz="800">
                <a:solidFill>
                  <a:schemeClr val="bg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itle 1"/>
          <p:cNvSpPr>
            <a:spLocks noGrp="1"/>
          </p:cNvSpPr>
          <p:nvPr>
            <p:ph type="title"/>
          </p:nvPr>
        </p:nvSpPr>
        <p:spPr>
          <a:xfrm>
            <a:off x="429986" y="425068"/>
            <a:ext cx="2710422" cy="490499"/>
          </a:xfrm>
        </p:spPr>
        <p:txBody>
          <a:bodyPr anchor="b">
            <a:normAutofit/>
          </a:bodyPr>
          <a:lstStyle>
            <a:lvl1pPr>
              <a:lnSpc>
                <a:spcPct val="100000"/>
              </a:lnSpc>
              <a:defRPr sz="1800" b="1">
                <a:solidFill>
                  <a:schemeClr val="bg2"/>
                </a:solidFill>
                <a:latin typeface="+mj-lt"/>
              </a:defRPr>
            </a:lvl1pPr>
          </a:lstStyle>
          <a:p>
            <a:r>
              <a:rPr lang="en-GB"/>
              <a:t>Click to edit Master title style</a:t>
            </a:r>
          </a:p>
        </p:txBody>
      </p:sp>
      <p:sp>
        <p:nvSpPr>
          <p:cNvPr id="8" name="Slide Number Placeholder 5">
            <a:extLst>
              <a:ext uri="{FF2B5EF4-FFF2-40B4-BE49-F238E27FC236}">
                <a16:creationId xmlns:a16="http://schemas.microsoft.com/office/drawing/2014/main" id="{9F644FCE-0BC4-4538-F73E-9FFCD83A0101}"/>
              </a:ext>
            </a:extLst>
          </p:cNvPr>
          <p:cNvSpPr>
            <a:spLocks noGrp="1"/>
          </p:cNvSpPr>
          <p:nvPr>
            <p:ph type="sldNum" sz="quarter" idx="10"/>
          </p:nvPr>
        </p:nvSpPr>
        <p:spPr>
          <a:xfrm>
            <a:off x="419100" y="4811713"/>
            <a:ext cx="6438900" cy="273844"/>
          </a:xfrm>
        </p:spPr>
        <p:txBody>
          <a:bodyPr/>
          <a:lstStyle>
            <a:lvl1pPr algn="l">
              <a:lnSpc>
                <a:spcPct val="100000"/>
              </a:lnSpc>
              <a:defRPr lang="en-GB" sz="600" kern="1200" smtClean="0">
                <a:solidFill>
                  <a:schemeClr val="bg2"/>
                </a:solidFill>
                <a:latin typeface="+mn-lt"/>
                <a:ea typeface="Neue Montreal"/>
                <a:cs typeface="Neue Montreal"/>
              </a:defRPr>
            </a:lvl1pPr>
          </a:lstStyle>
          <a:p>
            <a:pPr>
              <a:defRPr/>
            </a:pPr>
            <a:fld id="{2F36081A-31DE-224C-B6F1-FA777FDD4081}" type="slidenum">
              <a:rPr lang="en-US"/>
              <a:pPr>
                <a:defRPr/>
              </a:pPr>
              <a:t>‹#›</a:t>
            </a:fld>
            <a:r>
              <a:rPr lang="en-US"/>
              <a:t> | PRIVATE AND CONFIDENTIAL 					© Cambridge Cognition </a:t>
            </a:r>
            <a:fld id="{3AD53894-0F87-7B4D-B0DE-8594365A1A3A}" type="datetimeyyyy">
              <a:rPr lang="en-US"/>
              <a:pPr>
                <a:defRPr/>
              </a:pPr>
              <a:t>2026</a:t>
            </a:fld>
            <a:r>
              <a:rPr lang="en-US"/>
              <a:t>. All rights reserved. </a:t>
            </a:r>
          </a:p>
        </p:txBody>
      </p:sp>
    </p:spTree>
    <p:extLst>
      <p:ext uri="{BB962C8B-B14F-4D97-AF65-F5344CB8AC3E}">
        <p14:creationId xmlns:p14="http://schemas.microsoft.com/office/powerpoint/2010/main" val="35721676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_14">
    <p:bg>
      <p:bgPr>
        <a:solidFill>
          <a:srgbClr val="153E6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0E7D40-201D-A2FD-A64A-7233494B6697}"/>
              </a:ext>
            </a:extLst>
          </p:cNvPr>
          <p:cNvSpPr/>
          <p:nvPr/>
        </p:nvSpPr>
        <p:spPr>
          <a:xfrm>
            <a:off x="3305175" y="0"/>
            <a:ext cx="5838825" cy="5143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sp>
        <p:nvSpPr>
          <p:cNvPr id="3" name="Freeform 2">
            <a:extLst>
              <a:ext uri="{FF2B5EF4-FFF2-40B4-BE49-F238E27FC236}">
                <a16:creationId xmlns:a16="http://schemas.microsoft.com/office/drawing/2014/main" id="{81059730-B3C2-35E9-BE3F-31D572A1D167}"/>
              </a:ext>
            </a:extLst>
          </p:cNvPr>
          <p:cNvSpPr/>
          <p:nvPr/>
        </p:nvSpPr>
        <p:spPr>
          <a:xfrm>
            <a:off x="3305176" y="-1"/>
            <a:ext cx="5838825" cy="5143501"/>
          </a:xfrm>
          <a:custGeom>
            <a:avLst/>
            <a:gdLst/>
            <a:ahLst/>
            <a:cxnLst/>
            <a:rect l="l" t="t" r="r" b="b"/>
            <a:pathLst>
              <a:path w="12319533" h="10322742">
                <a:moveTo>
                  <a:pt x="0" y="0"/>
                </a:moveTo>
                <a:lnTo>
                  <a:pt x="12319533" y="0"/>
                </a:lnTo>
                <a:lnTo>
                  <a:pt x="12319533" y="10322742"/>
                </a:lnTo>
                <a:lnTo>
                  <a:pt x="0" y="10322742"/>
                </a:lnTo>
                <a:lnTo>
                  <a:pt x="0" y="0"/>
                </a:lnTo>
                <a:close/>
              </a:path>
            </a:pathLst>
          </a:custGeom>
          <a:blipFill>
            <a:blip r:embed="rId2"/>
            <a:stretch>
              <a:fillRect t="-347" r="-5496"/>
            </a:stretch>
          </a:blipFill>
        </p:spPr>
        <p:txBody>
          <a:bodyPr/>
          <a:lstStyle/>
          <a:p>
            <a:pPr eaLnBrk="1" fontAlgn="auto" hangingPunct="1">
              <a:spcBef>
                <a:spcPts val="0"/>
              </a:spcBef>
              <a:spcAft>
                <a:spcPts val="0"/>
              </a:spcAft>
              <a:defRPr/>
            </a:pPr>
            <a:endParaRPr lang="en-GB">
              <a:latin typeface="+mn-lt"/>
            </a:endParaRPr>
          </a:p>
        </p:txBody>
      </p:sp>
      <p:sp>
        <p:nvSpPr>
          <p:cNvPr id="5" name="Freeform 2">
            <a:extLst>
              <a:ext uri="{FF2B5EF4-FFF2-40B4-BE49-F238E27FC236}">
                <a16:creationId xmlns:a16="http://schemas.microsoft.com/office/drawing/2014/main" id="{F5DE1A72-B4DC-EB81-C7E5-523F669175B2}"/>
              </a:ext>
            </a:extLst>
          </p:cNvPr>
          <p:cNvSpPr/>
          <p:nvPr/>
        </p:nvSpPr>
        <p:spPr>
          <a:xfrm>
            <a:off x="-1" y="-1"/>
            <a:ext cx="3305176" cy="2700338"/>
          </a:xfrm>
          <a:custGeom>
            <a:avLst/>
            <a:gdLst/>
            <a:ahLst/>
            <a:cxnLst/>
            <a:rect l="l" t="t" r="r" b="b"/>
            <a:pathLst>
              <a:path w="27580755" h="5989988">
                <a:moveTo>
                  <a:pt x="0" y="0"/>
                </a:moveTo>
                <a:lnTo>
                  <a:pt x="27580755" y="0"/>
                </a:lnTo>
                <a:lnTo>
                  <a:pt x="27580755" y="5989988"/>
                </a:lnTo>
                <a:lnTo>
                  <a:pt x="0" y="5989988"/>
                </a:lnTo>
                <a:lnTo>
                  <a:pt x="0" y="0"/>
                </a:lnTo>
                <a:close/>
              </a:path>
            </a:pathLst>
          </a:custGeom>
          <a:blipFill>
            <a:blip r:embed="rId3">
              <a:alphaModFix amt="9999"/>
            </a:blip>
            <a:stretch>
              <a:fillRect l="-71732" t="-10912" r="-302071"/>
            </a:stretch>
          </a:blipFill>
        </p:spPr>
        <p:txBody>
          <a:bodyPr/>
          <a:lstStyle/>
          <a:p>
            <a:pPr eaLnBrk="1" fontAlgn="auto" hangingPunct="1">
              <a:spcBef>
                <a:spcPts val="0"/>
              </a:spcBef>
              <a:spcAft>
                <a:spcPts val="0"/>
              </a:spcAft>
              <a:defRPr/>
            </a:pPr>
            <a:endParaRPr lang="en-GB">
              <a:latin typeface="+mn-lt"/>
            </a:endParaRPr>
          </a:p>
        </p:txBody>
      </p:sp>
      <p:sp>
        <p:nvSpPr>
          <p:cNvPr id="6" name="Slide Number Placeholder 5">
            <a:extLst>
              <a:ext uri="{FF2B5EF4-FFF2-40B4-BE49-F238E27FC236}">
                <a16:creationId xmlns:a16="http://schemas.microsoft.com/office/drawing/2014/main" id="{2805B8CD-708F-DAF7-C012-D9E8696CE780}"/>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bg2"/>
                </a:solidFill>
              </a:rPr>
              <a:t>www.cambridgecognition.com</a:t>
            </a:r>
          </a:p>
        </p:txBody>
      </p:sp>
      <p:sp>
        <p:nvSpPr>
          <p:cNvPr id="7" name="Freeform 10">
            <a:extLst>
              <a:ext uri="{FF2B5EF4-FFF2-40B4-BE49-F238E27FC236}">
                <a16:creationId xmlns:a16="http://schemas.microsoft.com/office/drawing/2014/main" id="{21B31436-24FB-AED7-9AB6-2714D2E317BA}"/>
              </a:ext>
            </a:extLst>
          </p:cNvPr>
          <p:cNvSpPr>
            <a:spLocks/>
          </p:cNvSpPr>
          <p:nvPr/>
        </p:nvSpPr>
        <p:spPr bwMode="auto">
          <a:xfrm>
            <a:off x="7884319" y="3969"/>
            <a:ext cx="903288" cy="569119"/>
          </a:xfrm>
          <a:custGeom>
            <a:avLst/>
            <a:gdLst>
              <a:gd name="T0" fmla="*/ 0 w 2690068"/>
              <a:gd name="T1" fmla="*/ 0 h 1696840"/>
              <a:gd name="T2" fmla="*/ 2690068 w 2690068"/>
              <a:gd name="T3" fmla="*/ 0 h 1696840"/>
              <a:gd name="T4" fmla="*/ 2690068 w 2690068"/>
              <a:gd name="T5" fmla="*/ 1696839 h 1696840"/>
              <a:gd name="T6" fmla="*/ 0 w 2690068"/>
              <a:gd name="T7" fmla="*/ 1696839 h 1696840"/>
              <a:gd name="T8" fmla="*/ 0 w 2690068"/>
              <a:gd name="T9" fmla="*/ 0 h 1696840"/>
            </a:gdLst>
            <a:ahLst/>
            <a:cxnLst>
              <a:cxn ang="0">
                <a:pos x="T0" y="T1"/>
              </a:cxn>
              <a:cxn ang="0">
                <a:pos x="T2" y="T3"/>
              </a:cxn>
              <a:cxn ang="0">
                <a:pos x="T4" y="T5"/>
              </a:cxn>
              <a:cxn ang="0">
                <a:pos x="T6" y="T7"/>
              </a:cxn>
              <a:cxn ang="0">
                <a:pos x="T8" y="T9"/>
              </a:cxn>
            </a:cxnLst>
            <a:rect l="0" t="0" r="r" b="b"/>
            <a:pathLst>
              <a:path w="2690068" h="1696840">
                <a:moveTo>
                  <a:pt x="0" y="0"/>
                </a:moveTo>
                <a:lnTo>
                  <a:pt x="2690068" y="0"/>
                </a:lnTo>
                <a:lnTo>
                  <a:pt x="2690068" y="1696839"/>
                </a:lnTo>
                <a:lnTo>
                  <a:pt x="0" y="1696839"/>
                </a:lnTo>
                <a:lnTo>
                  <a:pt x="0" y="0"/>
                </a:lnTo>
                <a:close/>
              </a:path>
            </a:pathLst>
          </a:cu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 name="Content Placeholder 2"/>
          <p:cNvSpPr>
            <a:spLocks noGrp="1"/>
          </p:cNvSpPr>
          <p:nvPr>
            <p:ph sz="half" idx="1"/>
          </p:nvPr>
        </p:nvSpPr>
        <p:spPr>
          <a:xfrm>
            <a:off x="429985" y="1414930"/>
            <a:ext cx="2710423" cy="3324348"/>
          </a:xfrm>
        </p:spPr>
        <p:txBody>
          <a:bodyPr>
            <a:normAutofit/>
          </a:bodyPr>
          <a:lstStyle>
            <a:lvl1pPr>
              <a:lnSpc>
                <a:spcPct val="100000"/>
              </a:lnSpc>
              <a:defRPr sz="1200">
                <a:solidFill>
                  <a:schemeClr val="bg2"/>
                </a:solidFill>
              </a:defRPr>
            </a:lvl1pPr>
            <a:lvl2pPr>
              <a:lnSpc>
                <a:spcPct val="100000"/>
              </a:lnSpc>
              <a:defRPr sz="1000">
                <a:solidFill>
                  <a:schemeClr val="bg2"/>
                </a:solidFill>
              </a:defRPr>
            </a:lvl2pPr>
            <a:lvl3pPr>
              <a:lnSpc>
                <a:spcPct val="100000"/>
              </a:lnSpc>
              <a:defRPr sz="900">
                <a:solidFill>
                  <a:schemeClr val="bg2"/>
                </a:solidFill>
              </a:defRPr>
            </a:lvl3pPr>
            <a:lvl4pPr>
              <a:lnSpc>
                <a:spcPct val="100000"/>
              </a:lnSpc>
              <a:defRPr sz="800">
                <a:solidFill>
                  <a:schemeClr val="bg2"/>
                </a:solidFill>
              </a:defRPr>
            </a:lvl4pPr>
            <a:lvl5pPr>
              <a:lnSpc>
                <a:spcPct val="100000"/>
              </a:lnSpc>
              <a:defRPr sz="800">
                <a:solidFill>
                  <a:schemeClr val="bg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itle 1"/>
          <p:cNvSpPr>
            <a:spLocks noGrp="1"/>
          </p:cNvSpPr>
          <p:nvPr>
            <p:ph type="title"/>
          </p:nvPr>
        </p:nvSpPr>
        <p:spPr>
          <a:xfrm>
            <a:off x="429986" y="425068"/>
            <a:ext cx="2710422" cy="490499"/>
          </a:xfrm>
        </p:spPr>
        <p:txBody>
          <a:bodyPr anchor="b">
            <a:normAutofit/>
          </a:bodyPr>
          <a:lstStyle>
            <a:lvl1pPr>
              <a:lnSpc>
                <a:spcPct val="100000"/>
              </a:lnSpc>
              <a:defRPr sz="1800" b="1">
                <a:solidFill>
                  <a:schemeClr val="bg2"/>
                </a:solidFill>
                <a:latin typeface="+mj-lt"/>
              </a:defRPr>
            </a:lvl1pPr>
          </a:lstStyle>
          <a:p>
            <a:r>
              <a:rPr lang="en-GB"/>
              <a:t>Click to edit Master title style</a:t>
            </a:r>
          </a:p>
        </p:txBody>
      </p:sp>
      <p:sp>
        <p:nvSpPr>
          <p:cNvPr id="8" name="Slide Number Placeholder 5">
            <a:extLst>
              <a:ext uri="{FF2B5EF4-FFF2-40B4-BE49-F238E27FC236}">
                <a16:creationId xmlns:a16="http://schemas.microsoft.com/office/drawing/2014/main" id="{A83CDCB4-2F59-84C8-1855-0A7C516CA55C}"/>
              </a:ext>
            </a:extLst>
          </p:cNvPr>
          <p:cNvSpPr>
            <a:spLocks noGrp="1"/>
          </p:cNvSpPr>
          <p:nvPr>
            <p:ph type="sldNum" sz="quarter" idx="10"/>
          </p:nvPr>
        </p:nvSpPr>
        <p:spPr>
          <a:xfrm>
            <a:off x="419100" y="4811713"/>
            <a:ext cx="6438900" cy="273844"/>
          </a:xfrm>
        </p:spPr>
        <p:txBody>
          <a:bodyPr/>
          <a:lstStyle>
            <a:lvl1pPr algn="l">
              <a:lnSpc>
                <a:spcPct val="100000"/>
              </a:lnSpc>
              <a:defRPr lang="en-GB" sz="600" kern="1200" smtClean="0">
                <a:solidFill>
                  <a:schemeClr val="bg2"/>
                </a:solidFill>
                <a:latin typeface="+mn-lt"/>
                <a:ea typeface="Neue Montreal"/>
                <a:cs typeface="Neue Montreal"/>
              </a:defRPr>
            </a:lvl1pPr>
          </a:lstStyle>
          <a:p>
            <a:pPr>
              <a:defRPr/>
            </a:pPr>
            <a:fld id="{9086C86C-7EB5-434F-988D-6B6D21906C00}" type="slidenum">
              <a:rPr lang="en-US"/>
              <a:pPr>
                <a:defRPr/>
              </a:pPr>
              <a:t>‹#›</a:t>
            </a:fld>
            <a:r>
              <a:rPr lang="en-US"/>
              <a:t> | PRIVATE AND CONFIDENTIAL 					© Cambridge Cognition </a:t>
            </a:r>
            <a:fld id="{3AD53894-0F87-7B4D-B0DE-8594365A1A3A}" type="datetimeyyyy">
              <a:rPr lang="en-US"/>
              <a:pPr>
                <a:defRPr/>
              </a:pPr>
              <a:t>2026</a:t>
            </a:fld>
            <a:r>
              <a:rPr lang="en-US"/>
              <a:t>. All rights reserved. </a:t>
            </a:r>
          </a:p>
        </p:txBody>
      </p:sp>
    </p:spTree>
    <p:extLst>
      <p:ext uri="{BB962C8B-B14F-4D97-AF65-F5344CB8AC3E}">
        <p14:creationId xmlns:p14="http://schemas.microsoft.com/office/powerpoint/2010/main" val="38862504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_15">
    <p:bg>
      <p:bgPr>
        <a:solidFill>
          <a:srgbClr val="153E64"/>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85A365A-55E0-7467-7C72-E7318D89E2FA}"/>
              </a:ext>
            </a:extLst>
          </p:cNvPr>
          <p:cNvSpPr/>
          <p:nvPr/>
        </p:nvSpPr>
        <p:spPr>
          <a:xfrm>
            <a:off x="3305175" y="0"/>
            <a:ext cx="5838825" cy="5143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a:p>
        </p:txBody>
      </p:sp>
      <p:sp>
        <p:nvSpPr>
          <p:cNvPr id="4" name="Freeform 2">
            <a:extLst>
              <a:ext uri="{FF2B5EF4-FFF2-40B4-BE49-F238E27FC236}">
                <a16:creationId xmlns:a16="http://schemas.microsoft.com/office/drawing/2014/main" id="{8692D1A0-F196-FA0F-D63D-6ABB203598B3}"/>
              </a:ext>
            </a:extLst>
          </p:cNvPr>
          <p:cNvSpPr/>
          <p:nvPr/>
        </p:nvSpPr>
        <p:spPr>
          <a:xfrm>
            <a:off x="-1" y="-1"/>
            <a:ext cx="9144001" cy="2700338"/>
          </a:xfrm>
          <a:custGeom>
            <a:avLst/>
            <a:gdLst/>
            <a:ahLst/>
            <a:cxnLst/>
            <a:rect l="l" t="t" r="r" b="b"/>
            <a:pathLst>
              <a:path w="27580755" h="5989988">
                <a:moveTo>
                  <a:pt x="0" y="0"/>
                </a:moveTo>
                <a:lnTo>
                  <a:pt x="27580755" y="0"/>
                </a:lnTo>
                <a:lnTo>
                  <a:pt x="27580755" y="5989988"/>
                </a:lnTo>
                <a:lnTo>
                  <a:pt x="0" y="5989988"/>
                </a:lnTo>
                <a:lnTo>
                  <a:pt x="0" y="0"/>
                </a:lnTo>
                <a:close/>
              </a:path>
            </a:pathLst>
          </a:custGeom>
          <a:blipFill>
            <a:blip r:embed="rId2">
              <a:alphaModFix amt="9999"/>
            </a:blip>
            <a:stretch>
              <a:fillRect l="-25928" t="-10912" r="-45332"/>
            </a:stretch>
          </a:blipFill>
        </p:spPr>
        <p:txBody>
          <a:bodyPr/>
          <a:lstStyle/>
          <a:p>
            <a:pPr eaLnBrk="1" fontAlgn="auto" hangingPunct="1">
              <a:spcBef>
                <a:spcPts val="0"/>
              </a:spcBef>
              <a:spcAft>
                <a:spcPts val="0"/>
              </a:spcAft>
              <a:defRPr/>
            </a:pPr>
            <a:endParaRPr lang="en-GB">
              <a:latin typeface="+mn-lt"/>
            </a:endParaRPr>
          </a:p>
        </p:txBody>
      </p:sp>
      <p:sp>
        <p:nvSpPr>
          <p:cNvPr id="5" name="Slide Number Placeholder 5">
            <a:extLst>
              <a:ext uri="{FF2B5EF4-FFF2-40B4-BE49-F238E27FC236}">
                <a16:creationId xmlns:a16="http://schemas.microsoft.com/office/drawing/2014/main" id="{44153A7C-17CC-7654-6A74-F165F914961F}"/>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tx1"/>
                </a:solidFill>
              </a:rPr>
              <a:t>www.cambridgecognition.com</a:t>
            </a:r>
          </a:p>
        </p:txBody>
      </p:sp>
      <p:sp>
        <p:nvSpPr>
          <p:cNvPr id="26" name="Content Placeholder 2"/>
          <p:cNvSpPr>
            <a:spLocks noGrp="1"/>
          </p:cNvSpPr>
          <p:nvPr>
            <p:ph sz="half" idx="1"/>
          </p:nvPr>
        </p:nvSpPr>
        <p:spPr>
          <a:xfrm>
            <a:off x="429985" y="1414930"/>
            <a:ext cx="2710423" cy="3324348"/>
          </a:xfrm>
        </p:spPr>
        <p:txBody>
          <a:bodyPr>
            <a:normAutofit/>
          </a:bodyPr>
          <a:lstStyle>
            <a:lvl1pPr>
              <a:lnSpc>
                <a:spcPct val="100000"/>
              </a:lnSpc>
              <a:defRPr sz="1200">
                <a:solidFill>
                  <a:schemeClr val="bg2"/>
                </a:solidFill>
              </a:defRPr>
            </a:lvl1pPr>
            <a:lvl2pPr>
              <a:lnSpc>
                <a:spcPct val="100000"/>
              </a:lnSpc>
              <a:defRPr sz="1000">
                <a:solidFill>
                  <a:schemeClr val="bg2"/>
                </a:solidFill>
              </a:defRPr>
            </a:lvl2pPr>
            <a:lvl3pPr>
              <a:lnSpc>
                <a:spcPct val="100000"/>
              </a:lnSpc>
              <a:defRPr sz="900">
                <a:solidFill>
                  <a:schemeClr val="bg2"/>
                </a:solidFill>
              </a:defRPr>
            </a:lvl3pPr>
            <a:lvl4pPr>
              <a:lnSpc>
                <a:spcPct val="100000"/>
              </a:lnSpc>
              <a:defRPr sz="800">
                <a:solidFill>
                  <a:schemeClr val="bg2"/>
                </a:solidFill>
              </a:defRPr>
            </a:lvl4pPr>
            <a:lvl5pPr>
              <a:lnSpc>
                <a:spcPct val="100000"/>
              </a:lnSpc>
              <a:defRPr sz="800">
                <a:solidFill>
                  <a:schemeClr val="bg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Picture Placeholder 8"/>
          <p:cNvSpPr>
            <a:spLocks noGrp="1"/>
          </p:cNvSpPr>
          <p:nvPr>
            <p:ph type="pic" sz="quarter" idx="13"/>
          </p:nvPr>
        </p:nvSpPr>
        <p:spPr>
          <a:xfrm>
            <a:off x="3305175" y="0"/>
            <a:ext cx="5838825" cy="5143500"/>
          </a:xfrm>
        </p:spPr>
        <p:txBody>
          <a:bodyPr rtlCol="0">
            <a:normAutofit/>
          </a:bodyPr>
          <a:lstStyle>
            <a:lvl1pPr algn="ctr">
              <a:lnSpc>
                <a:spcPct val="100000"/>
              </a:lnSpc>
              <a:defRPr sz="3000"/>
            </a:lvl1pPr>
          </a:lstStyle>
          <a:p>
            <a:pPr lvl="0"/>
            <a:r>
              <a:rPr lang="en-GB" noProof="0"/>
              <a:t>Click icon to add picture</a:t>
            </a:r>
          </a:p>
        </p:txBody>
      </p:sp>
      <p:sp>
        <p:nvSpPr>
          <p:cNvPr id="2" name="Title 1"/>
          <p:cNvSpPr>
            <a:spLocks noGrp="1"/>
          </p:cNvSpPr>
          <p:nvPr>
            <p:ph type="title"/>
          </p:nvPr>
        </p:nvSpPr>
        <p:spPr>
          <a:xfrm>
            <a:off x="429986" y="425068"/>
            <a:ext cx="2710422" cy="490499"/>
          </a:xfrm>
        </p:spPr>
        <p:txBody>
          <a:bodyPr anchor="b">
            <a:normAutofit/>
          </a:bodyPr>
          <a:lstStyle>
            <a:lvl1pPr>
              <a:lnSpc>
                <a:spcPct val="100000"/>
              </a:lnSpc>
              <a:defRPr sz="1800" b="1">
                <a:solidFill>
                  <a:schemeClr val="bg2"/>
                </a:solidFill>
                <a:latin typeface="+mj-lt"/>
              </a:defRPr>
            </a:lvl1pPr>
          </a:lstStyle>
          <a:p>
            <a:r>
              <a:rPr lang="en-GB"/>
              <a:t>Click to edit Master title style</a:t>
            </a:r>
          </a:p>
        </p:txBody>
      </p:sp>
      <p:sp>
        <p:nvSpPr>
          <p:cNvPr id="6" name="Slide Number Placeholder 5">
            <a:extLst>
              <a:ext uri="{FF2B5EF4-FFF2-40B4-BE49-F238E27FC236}">
                <a16:creationId xmlns:a16="http://schemas.microsoft.com/office/drawing/2014/main" id="{AA037E8F-4B4F-B3BC-8056-955AE0667B77}"/>
              </a:ext>
            </a:extLst>
          </p:cNvPr>
          <p:cNvSpPr>
            <a:spLocks noGrp="1"/>
          </p:cNvSpPr>
          <p:nvPr>
            <p:ph type="sldNum" sz="quarter" idx="14"/>
          </p:nvPr>
        </p:nvSpPr>
        <p:spPr>
          <a:xfrm>
            <a:off x="419100" y="4811713"/>
            <a:ext cx="6438900" cy="273844"/>
          </a:xfrm>
        </p:spPr>
        <p:txBody>
          <a:bodyPr/>
          <a:lstStyle>
            <a:lvl1pPr algn="l">
              <a:lnSpc>
                <a:spcPct val="100000"/>
              </a:lnSpc>
              <a:defRPr lang="en-GB" sz="600" kern="1200" smtClean="0">
                <a:solidFill>
                  <a:schemeClr val="bg1"/>
                </a:solidFill>
                <a:latin typeface="+mn-lt"/>
                <a:ea typeface="Neue Montreal"/>
                <a:cs typeface="Neue Montreal"/>
              </a:defRPr>
            </a:lvl1pPr>
          </a:lstStyle>
          <a:p>
            <a:pPr>
              <a:defRPr/>
            </a:pPr>
            <a:fld id="{28A6ED55-1E3F-524A-8F37-B188E1C7AE53}" type="slidenum">
              <a:rPr lang="en-US"/>
              <a:pPr>
                <a:defRPr/>
              </a:pPr>
              <a:t>‹#›</a:t>
            </a:fld>
            <a:r>
              <a:rPr lang="en-US"/>
              <a:t> | PRIVATE AND CONFIDENTIAL 					</a:t>
            </a:r>
            <a:r>
              <a:rPr lang="en-US">
                <a:solidFill>
                  <a:schemeClr val="tx1"/>
                </a:solidFill>
              </a:rPr>
              <a:t>© Cambridge Cognition </a:t>
            </a:r>
            <a:fld id="{3AD53894-0F87-7B4D-B0DE-8594365A1A3A}" type="datetimeyyyy">
              <a:rPr lang="en-US">
                <a:solidFill>
                  <a:schemeClr val="tx1"/>
                </a:solidFill>
              </a:rPr>
              <a:pPr>
                <a:defRPr/>
              </a:pPr>
              <a:t>2026</a:t>
            </a:fld>
            <a:r>
              <a:rPr lang="en-US">
                <a:solidFill>
                  <a:schemeClr val="tx1"/>
                </a:solidFill>
              </a:rPr>
              <a:t>. All rights reserved. </a:t>
            </a:r>
          </a:p>
        </p:txBody>
      </p:sp>
    </p:spTree>
    <p:extLst>
      <p:ext uri="{BB962C8B-B14F-4D97-AF65-F5344CB8AC3E}">
        <p14:creationId xmlns:p14="http://schemas.microsoft.com/office/powerpoint/2010/main" val="20086600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Product Suite">
    <p:bg>
      <p:bgPr>
        <a:solidFill>
          <a:schemeClr val="accent1"/>
        </a:solidFill>
        <a:effectLst/>
      </p:bgPr>
    </p:bg>
    <p:spTree>
      <p:nvGrpSpPr>
        <p:cNvPr id="1" name=""/>
        <p:cNvGrpSpPr/>
        <p:nvPr/>
      </p:nvGrpSpPr>
      <p:grpSpPr>
        <a:xfrm>
          <a:off x="0" y="0"/>
          <a:ext cx="0" cy="0"/>
          <a:chOff x="0" y="0"/>
          <a:chExt cx="0" cy="0"/>
        </a:xfrm>
      </p:grpSpPr>
      <p:sp>
        <p:nvSpPr>
          <p:cNvPr id="2" name="Freeform 9">
            <a:extLst>
              <a:ext uri="{FF2B5EF4-FFF2-40B4-BE49-F238E27FC236}">
                <a16:creationId xmlns:a16="http://schemas.microsoft.com/office/drawing/2014/main" id="{716BD471-1BE0-824F-E520-961D4387430E}"/>
              </a:ext>
            </a:extLst>
          </p:cNvPr>
          <p:cNvSpPr/>
          <p:nvPr/>
        </p:nvSpPr>
        <p:spPr>
          <a:xfrm>
            <a:off x="-1" y="2443163"/>
            <a:ext cx="9144001" cy="2700338"/>
          </a:xfrm>
          <a:custGeom>
            <a:avLst/>
            <a:gdLst/>
            <a:ahLst/>
            <a:cxnLst/>
            <a:rect l="l" t="t" r="r" b="b"/>
            <a:pathLst>
              <a:path w="28972262" h="6292196">
                <a:moveTo>
                  <a:pt x="0" y="0"/>
                </a:moveTo>
                <a:lnTo>
                  <a:pt x="28972262" y="0"/>
                </a:lnTo>
                <a:lnTo>
                  <a:pt x="28972262" y="6292196"/>
                </a:lnTo>
                <a:lnTo>
                  <a:pt x="0" y="6292196"/>
                </a:lnTo>
                <a:lnTo>
                  <a:pt x="0" y="0"/>
                </a:lnTo>
                <a:close/>
              </a:path>
            </a:pathLst>
          </a:custGeom>
          <a:blipFill dpi="0" rotWithShape="1">
            <a:blip r:embed="rId2">
              <a:alphaModFix amt="56000"/>
            </a:blip>
            <a:srcRect/>
            <a:stretch>
              <a:fillRect l="-25871" r="-54029" b="-16508"/>
            </a:stretch>
          </a:blipFill>
        </p:spPr>
        <p:txBody>
          <a:bodyPr/>
          <a:lstStyle/>
          <a:p>
            <a:pPr eaLnBrk="1" fontAlgn="auto" hangingPunct="1">
              <a:spcBef>
                <a:spcPts val="0"/>
              </a:spcBef>
              <a:spcAft>
                <a:spcPts val="0"/>
              </a:spcAft>
              <a:defRPr/>
            </a:pPr>
            <a:endParaRPr lang="en-GB">
              <a:latin typeface="+mn-lt"/>
            </a:endParaRPr>
          </a:p>
        </p:txBody>
      </p:sp>
      <p:sp>
        <p:nvSpPr>
          <p:cNvPr id="3" name="Freeform 8">
            <a:extLst>
              <a:ext uri="{FF2B5EF4-FFF2-40B4-BE49-F238E27FC236}">
                <a16:creationId xmlns:a16="http://schemas.microsoft.com/office/drawing/2014/main" id="{509733B6-27DF-96DA-3E68-47215082B61B}"/>
              </a:ext>
            </a:extLst>
          </p:cNvPr>
          <p:cNvSpPr/>
          <p:nvPr/>
        </p:nvSpPr>
        <p:spPr>
          <a:xfrm>
            <a:off x="-2" y="3727271"/>
            <a:ext cx="9144002" cy="1428850"/>
          </a:xfrm>
          <a:custGeom>
            <a:avLst/>
            <a:gdLst/>
            <a:ahLst/>
            <a:cxnLst/>
            <a:rect l="l" t="t" r="r" b="b"/>
            <a:pathLst>
              <a:path w="24843572" h="5865368">
                <a:moveTo>
                  <a:pt x="0" y="0"/>
                </a:moveTo>
                <a:lnTo>
                  <a:pt x="24843572" y="0"/>
                </a:lnTo>
                <a:lnTo>
                  <a:pt x="24843572" y="5865368"/>
                </a:lnTo>
                <a:lnTo>
                  <a:pt x="0" y="5865368"/>
                </a:lnTo>
                <a:lnTo>
                  <a:pt x="0" y="0"/>
                </a:lnTo>
                <a:close/>
              </a:path>
            </a:pathLst>
          </a:custGeom>
          <a:blipFill>
            <a:blip r:embed="rId3"/>
            <a:stretch>
              <a:fillRect l="-8356" t="-1338" r="-27491" b="-106582"/>
            </a:stretch>
          </a:blipFill>
        </p:spPr>
        <p:txBody>
          <a:bodyPr/>
          <a:lstStyle/>
          <a:p>
            <a:pPr eaLnBrk="1" fontAlgn="auto" hangingPunct="1">
              <a:spcBef>
                <a:spcPts val="0"/>
              </a:spcBef>
              <a:spcAft>
                <a:spcPts val="0"/>
              </a:spcAft>
              <a:defRPr/>
            </a:pPr>
            <a:endParaRPr lang="en-GB">
              <a:latin typeface="+mn-lt"/>
            </a:endParaRPr>
          </a:p>
        </p:txBody>
      </p:sp>
      <p:sp>
        <p:nvSpPr>
          <p:cNvPr id="4" name="Title 1">
            <a:extLst>
              <a:ext uri="{FF2B5EF4-FFF2-40B4-BE49-F238E27FC236}">
                <a16:creationId xmlns:a16="http://schemas.microsoft.com/office/drawing/2014/main" id="{8C75D3CB-A5E0-BEF4-BCD9-A77186B5A579}"/>
              </a:ext>
            </a:extLst>
          </p:cNvPr>
          <p:cNvSpPr txBox="1">
            <a:spLocks/>
          </p:cNvSpPr>
          <p:nvPr/>
        </p:nvSpPr>
        <p:spPr>
          <a:xfrm>
            <a:off x="419100" y="417513"/>
            <a:ext cx="8294688" cy="700088"/>
          </a:xfrm>
          <a:prstGeom prst="rect">
            <a:avLst/>
          </a:prstGeom>
        </p:spPr>
        <p:txBody>
          <a:bodyPr anchor="b">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00000"/>
              </a:lnSpc>
              <a:spcAft>
                <a:spcPts val="0"/>
              </a:spcAft>
              <a:defRPr/>
            </a:pPr>
            <a:r>
              <a:rPr lang="en-US" sz="2200" b="1">
                <a:solidFill>
                  <a:srgbClr val="FFFFFF"/>
                </a:solidFill>
                <a:ea typeface="Neue Montreal"/>
                <a:cs typeface="Neue Montreal"/>
                <a:sym typeface="Neue Montreal"/>
              </a:rPr>
              <a:t>What Cambridge Cognition Offers </a:t>
            </a:r>
            <a:br>
              <a:rPr lang="en-US" sz="2200">
                <a:solidFill>
                  <a:srgbClr val="FFFFFF"/>
                </a:solidFill>
                <a:ea typeface="Neue Montreal"/>
                <a:cs typeface="Neue Montreal"/>
                <a:sym typeface="Neue Montreal"/>
              </a:rPr>
            </a:br>
            <a:r>
              <a:rPr lang="en-US" sz="1800">
                <a:solidFill>
                  <a:srgbClr val="FFB600"/>
                </a:solidFill>
                <a:ea typeface="Neue Montreal"/>
                <a:cs typeface="Neue Montreal"/>
                <a:sym typeface="Neue Montreal"/>
              </a:rPr>
              <a:t>A fully configurable product kit</a:t>
            </a:r>
            <a:endParaRPr lang="en-GB" sz="2200"/>
          </a:p>
        </p:txBody>
      </p:sp>
      <p:sp>
        <p:nvSpPr>
          <p:cNvPr id="5" name="Freeform 10">
            <a:extLst>
              <a:ext uri="{FF2B5EF4-FFF2-40B4-BE49-F238E27FC236}">
                <a16:creationId xmlns:a16="http://schemas.microsoft.com/office/drawing/2014/main" id="{C3A1A94A-C577-E91C-942A-1F7A3CA432DE}"/>
              </a:ext>
            </a:extLst>
          </p:cNvPr>
          <p:cNvSpPr>
            <a:spLocks/>
          </p:cNvSpPr>
          <p:nvPr/>
        </p:nvSpPr>
        <p:spPr bwMode="auto">
          <a:xfrm>
            <a:off x="7493794" y="4199732"/>
            <a:ext cx="1345406" cy="848519"/>
          </a:xfrm>
          <a:custGeom>
            <a:avLst/>
            <a:gdLst>
              <a:gd name="T0" fmla="*/ 0 w 2690068"/>
              <a:gd name="T1" fmla="*/ 0 h 1696840"/>
              <a:gd name="T2" fmla="*/ 2690068 w 2690068"/>
              <a:gd name="T3" fmla="*/ 0 h 1696840"/>
              <a:gd name="T4" fmla="*/ 2690068 w 2690068"/>
              <a:gd name="T5" fmla="*/ 1696839 h 1696840"/>
              <a:gd name="T6" fmla="*/ 0 w 2690068"/>
              <a:gd name="T7" fmla="*/ 1696839 h 1696840"/>
              <a:gd name="T8" fmla="*/ 0 w 2690068"/>
              <a:gd name="T9" fmla="*/ 0 h 1696840"/>
            </a:gdLst>
            <a:ahLst/>
            <a:cxnLst>
              <a:cxn ang="0">
                <a:pos x="T0" y="T1"/>
              </a:cxn>
              <a:cxn ang="0">
                <a:pos x="T2" y="T3"/>
              </a:cxn>
              <a:cxn ang="0">
                <a:pos x="T4" y="T5"/>
              </a:cxn>
              <a:cxn ang="0">
                <a:pos x="T6" y="T7"/>
              </a:cxn>
              <a:cxn ang="0">
                <a:pos x="T8" y="T9"/>
              </a:cxn>
            </a:cxnLst>
            <a:rect l="0" t="0" r="r" b="b"/>
            <a:pathLst>
              <a:path w="2690068" h="1696840">
                <a:moveTo>
                  <a:pt x="0" y="0"/>
                </a:moveTo>
                <a:lnTo>
                  <a:pt x="2690068" y="0"/>
                </a:lnTo>
                <a:lnTo>
                  <a:pt x="2690068" y="1696839"/>
                </a:lnTo>
                <a:lnTo>
                  <a:pt x="0" y="1696839"/>
                </a:lnTo>
                <a:lnTo>
                  <a:pt x="0" y="0"/>
                </a:lnTo>
                <a:close/>
              </a:path>
            </a:pathLst>
          </a:cu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6" name="Group 10">
            <a:extLst>
              <a:ext uri="{FF2B5EF4-FFF2-40B4-BE49-F238E27FC236}">
                <a16:creationId xmlns:a16="http://schemas.microsoft.com/office/drawing/2014/main" id="{7BFB6DE2-2DFF-BF97-D7DF-253FD6EEECD4}"/>
              </a:ext>
            </a:extLst>
          </p:cNvPr>
          <p:cNvGrpSpPr>
            <a:grpSpLocks/>
          </p:cNvGrpSpPr>
          <p:nvPr/>
        </p:nvGrpSpPr>
        <p:grpSpPr bwMode="auto">
          <a:xfrm>
            <a:off x="7073900" y="571500"/>
            <a:ext cx="1639888" cy="392113"/>
            <a:chOff x="14170330" y="1401984"/>
            <a:chExt cx="3279470" cy="784945"/>
          </a:xfrm>
        </p:grpSpPr>
        <p:grpSp>
          <p:nvGrpSpPr>
            <p:cNvPr id="7" name="Group 2">
              <a:extLst>
                <a:ext uri="{FF2B5EF4-FFF2-40B4-BE49-F238E27FC236}">
                  <a16:creationId xmlns:a16="http://schemas.microsoft.com/office/drawing/2014/main" id="{68B81041-EFAB-09AC-898B-FC96A1BE7F07}"/>
                </a:ext>
              </a:extLst>
            </p:cNvPr>
            <p:cNvGrpSpPr>
              <a:grpSpLocks/>
            </p:cNvGrpSpPr>
            <p:nvPr/>
          </p:nvGrpSpPr>
          <p:grpSpPr bwMode="auto">
            <a:xfrm>
              <a:off x="14170330" y="1401984"/>
              <a:ext cx="3279470" cy="784945"/>
              <a:chOff x="0" y="0"/>
              <a:chExt cx="863729" cy="206735"/>
            </a:xfrm>
          </p:grpSpPr>
          <p:sp>
            <p:nvSpPr>
              <p:cNvPr id="10" name="Freeform 3">
                <a:extLst>
                  <a:ext uri="{FF2B5EF4-FFF2-40B4-BE49-F238E27FC236}">
                    <a16:creationId xmlns:a16="http://schemas.microsoft.com/office/drawing/2014/main" id="{DA7430AB-A587-3D17-E91D-44ED622E08B8}"/>
                  </a:ext>
                </a:extLst>
              </p:cNvPr>
              <p:cNvSpPr>
                <a:spLocks/>
              </p:cNvSpPr>
              <p:nvPr/>
            </p:nvSpPr>
            <p:spPr bwMode="auto">
              <a:xfrm>
                <a:off x="0" y="0"/>
                <a:ext cx="863729" cy="206735"/>
              </a:xfrm>
              <a:custGeom>
                <a:avLst/>
                <a:gdLst>
                  <a:gd name="T0" fmla="*/ 103367 w 863729"/>
                  <a:gd name="T1" fmla="*/ 0 h 206735"/>
                  <a:gd name="T2" fmla="*/ 760362 w 863729"/>
                  <a:gd name="T3" fmla="*/ 0 h 206735"/>
                  <a:gd name="T4" fmla="*/ 833453 w 863729"/>
                  <a:gd name="T5" fmla="*/ 30276 h 206735"/>
                  <a:gd name="T6" fmla="*/ 863729 w 863729"/>
                  <a:gd name="T7" fmla="*/ 103367 h 206735"/>
                  <a:gd name="T8" fmla="*/ 863729 w 863729"/>
                  <a:gd name="T9" fmla="*/ 103367 h 206735"/>
                  <a:gd name="T10" fmla="*/ 833453 w 863729"/>
                  <a:gd name="T11" fmla="*/ 176459 h 206735"/>
                  <a:gd name="T12" fmla="*/ 760362 w 863729"/>
                  <a:gd name="T13" fmla="*/ 206735 h 206735"/>
                  <a:gd name="T14" fmla="*/ 103367 w 863729"/>
                  <a:gd name="T15" fmla="*/ 206735 h 206735"/>
                  <a:gd name="T16" fmla="*/ 30276 w 863729"/>
                  <a:gd name="T17" fmla="*/ 176459 h 206735"/>
                  <a:gd name="T18" fmla="*/ 0 w 863729"/>
                  <a:gd name="T19" fmla="*/ 103367 h 206735"/>
                  <a:gd name="T20" fmla="*/ 0 w 863729"/>
                  <a:gd name="T21" fmla="*/ 103367 h 206735"/>
                  <a:gd name="T22" fmla="*/ 30276 w 863729"/>
                  <a:gd name="T23" fmla="*/ 30276 h 206735"/>
                  <a:gd name="T24" fmla="*/ 103367 w 863729"/>
                  <a:gd name="T25" fmla="*/ 0 h 206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3729" h="206735">
                    <a:moveTo>
                      <a:pt x="103367" y="0"/>
                    </a:moveTo>
                    <a:lnTo>
                      <a:pt x="760362" y="0"/>
                    </a:lnTo>
                    <a:cubicBezTo>
                      <a:pt x="787776" y="0"/>
                      <a:pt x="814068" y="10890"/>
                      <a:pt x="833453" y="30276"/>
                    </a:cubicBezTo>
                    <a:cubicBezTo>
                      <a:pt x="852838" y="49661"/>
                      <a:pt x="863729" y="75953"/>
                      <a:pt x="863729" y="103367"/>
                    </a:cubicBezTo>
                    <a:cubicBezTo>
                      <a:pt x="863729" y="130782"/>
                      <a:pt x="852838" y="157074"/>
                      <a:pt x="833453" y="176459"/>
                    </a:cubicBezTo>
                    <a:cubicBezTo>
                      <a:pt x="814068" y="195844"/>
                      <a:pt x="787776" y="206735"/>
                      <a:pt x="760362" y="206735"/>
                    </a:cubicBezTo>
                    <a:lnTo>
                      <a:pt x="103367" y="206735"/>
                    </a:lnTo>
                    <a:cubicBezTo>
                      <a:pt x="75953" y="206735"/>
                      <a:pt x="49661" y="195844"/>
                      <a:pt x="30276" y="176459"/>
                    </a:cubicBezTo>
                    <a:cubicBezTo>
                      <a:pt x="10890" y="157074"/>
                      <a:pt x="0" y="130782"/>
                      <a:pt x="0" y="103367"/>
                    </a:cubicBezTo>
                    <a:cubicBezTo>
                      <a:pt x="0" y="75953"/>
                      <a:pt x="10890" y="49661"/>
                      <a:pt x="30276" y="30276"/>
                    </a:cubicBezTo>
                    <a:cubicBezTo>
                      <a:pt x="49661" y="10890"/>
                      <a:pt x="75953" y="0"/>
                      <a:pt x="103367" y="0"/>
                    </a:cubicBezTo>
                    <a:close/>
                  </a:path>
                </a:pathLst>
              </a:custGeom>
              <a:solidFill>
                <a:srgbClr val="FFC10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 name="TextBox 4">
                <a:extLst>
                  <a:ext uri="{FF2B5EF4-FFF2-40B4-BE49-F238E27FC236}">
                    <a16:creationId xmlns:a16="http://schemas.microsoft.com/office/drawing/2014/main" id="{95592CEB-D151-E2C5-D5F7-04A7A129CCE8}"/>
                  </a:ext>
                </a:extLst>
              </p:cNvPr>
              <p:cNvSpPr txBox="1">
                <a:spLocks noChangeArrowheads="1"/>
              </p:cNvSpPr>
              <p:nvPr/>
            </p:nvSpPr>
            <p:spPr bwMode="auto">
              <a:xfrm>
                <a:off x="0" y="-57150"/>
                <a:ext cx="863729" cy="263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grpSp>
        <p:sp>
          <p:nvSpPr>
            <p:cNvPr id="8" name="Freeform 6">
              <a:extLst>
                <a:ext uri="{FF2B5EF4-FFF2-40B4-BE49-F238E27FC236}">
                  <a16:creationId xmlns:a16="http://schemas.microsoft.com/office/drawing/2014/main" id="{E1E5518A-8779-A0D4-16DF-B595D94278C8}"/>
                </a:ext>
              </a:extLst>
            </p:cNvPr>
            <p:cNvSpPr>
              <a:spLocks/>
            </p:cNvSpPr>
            <p:nvPr/>
          </p:nvSpPr>
          <p:spPr bwMode="auto">
            <a:xfrm>
              <a:off x="14515187" y="1674025"/>
              <a:ext cx="240861" cy="240861"/>
            </a:xfrm>
            <a:custGeom>
              <a:avLst/>
              <a:gdLst>
                <a:gd name="T0" fmla="*/ 406400 w 812800"/>
                <a:gd name="T1" fmla="*/ 0 h 812800"/>
                <a:gd name="T2" fmla="*/ 0 w 812800"/>
                <a:gd name="T3" fmla="*/ 406400 h 812800"/>
                <a:gd name="T4" fmla="*/ 406400 w 812800"/>
                <a:gd name="T5" fmla="*/ 812800 h 812800"/>
                <a:gd name="T6" fmla="*/ 812800 w 812800"/>
                <a:gd name="T7" fmla="*/ 406400 h 812800"/>
                <a:gd name="T8" fmla="*/ 406400 w 812800"/>
                <a:gd name="T9" fmla="*/ 0 h 812800"/>
              </a:gdLst>
              <a:ahLst/>
              <a:cxnLst>
                <a:cxn ang="0">
                  <a:pos x="T0" y="T1"/>
                </a:cxn>
                <a:cxn ang="0">
                  <a:pos x="T2" y="T3"/>
                </a:cxn>
                <a:cxn ang="0">
                  <a:pos x="T4" y="T5"/>
                </a:cxn>
                <a:cxn ang="0">
                  <a:pos x="T6" y="T7"/>
                </a:cxn>
                <a:cxn ang="0">
                  <a:pos x="T8" y="T9"/>
                </a:cxn>
              </a:cxnLst>
              <a:rect l="0" t="0"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 name="Date Placeholder 2">
              <a:extLst>
                <a:ext uri="{FF2B5EF4-FFF2-40B4-BE49-F238E27FC236}">
                  <a16:creationId xmlns:a16="http://schemas.microsoft.com/office/drawing/2014/main" id="{A86EFDD2-CF99-CED1-8664-9B1278D95434}"/>
                </a:ext>
              </a:extLst>
            </p:cNvPr>
            <p:cNvSpPr txBox="1">
              <a:spLocks/>
            </p:cNvSpPr>
            <p:nvPr/>
          </p:nvSpPr>
          <p:spPr>
            <a:xfrm>
              <a:off x="14935434" y="1548168"/>
              <a:ext cx="2361980" cy="546601"/>
            </a:xfrm>
            <a:prstGeom prst="rect">
              <a:avLst/>
            </a:prstGeom>
          </p:spPr>
          <p:txBody>
            <a:bodyPr tIns="0" bIns="0" anchor="ctr"/>
            <a:lstStyle>
              <a:defPPr>
                <a:defRPr lang="en-US"/>
              </a:defPPr>
              <a:lvl1pPr marL="0" algn="l" defTabSz="914400" rtl="0" eaLnBrk="1" latinLnBrk="0" hangingPunct="1">
                <a:defRPr lang="en-GB" sz="2100" kern="1200" smtClean="0">
                  <a:solidFill>
                    <a:srgbClr val="0D0D0D"/>
                  </a:solidFill>
                  <a:latin typeface="Poppins"/>
                  <a:ea typeface="Poppins"/>
                  <a:cs typeface="Poppin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sz="1050"/>
                <a:t>3-in-1 Solution</a:t>
              </a:r>
            </a:p>
          </p:txBody>
        </p:sp>
      </p:grpSp>
      <p:sp>
        <p:nvSpPr>
          <p:cNvPr id="12" name="Freeform 10">
            <a:extLst>
              <a:ext uri="{FF2B5EF4-FFF2-40B4-BE49-F238E27FC236}">
                <a16:creationId xmlns:a16="http://schemas.microsoft.com/office/drawing/2014/main" id="{52995304-387C-6C9F-4921-1288E05E26AC}"/>
              </a:ext>
            </a:extLst>
          </p:cNvPr>
          <p:cNvSpPr/>
          <p:nvPr/>
        </p:nvSpPr>
        <p:spPr>
          <a:xfrm rot="14657591">
            <a:off x="2677930" y="3146995"/>
            <a:ext cx="652865" cy="566683"/>
          </a:xfrm>
          <a:custGeom>
            <a:avLst/>
            <a:gdLst/>
            <a:ahLst/>
            <a:cxnLst/>
            <a:rect l="l" t="t" r="r" b="b"/>
            <a:pathLst>
              <a:path w="1305730" h="1133366">
                <a:moveTo>
                  <a:pt x="0" y="0"/>
                </a:moveTo>
                <a:lnTo>
                  <a:pt x="1305730" y="0"/>
                </a:lnTo>
                <a:lnTo>
                  <a:pt x="1305730" y="1133366"/>
                </a:lnTo>
                <a:lnTo>
                  <a:pt x="0" y="1133366"/>
                </a:lnTo>
                <a:lnTo>
                  <a:pt x="0" y="0"/>
                </a:lnTo>
                <a:close/>
              </a:path>
            </a:pathLst>
          </a:custGeom>
          <a:blipFill>
            <a:blip r:embed="rId5"/>
            <a:stretch>
              <a:fillRect l="-63387"/>
            </a:stretch>
          </a:blipFill>
        </p:spPr>
        <p:txBody>
          <a:bodyPr/>
          <a:lstStyle/>
          <a:p>
            <a:pPr eaLnBrk="1" fontAlgn="auto" hangingPunct="1">
              <a:spcBef>
                <a:spcPts val="0"/>
              </a:spcBef>
              <a:spcAft>
                <a:spcPts val="0"/>
              </a:spcAft>
              <a:defRPr/>
            </a:pPr>
            <a:endParaRPr lang="en-GB">
              <a:latin typeface="+mn-lt"/>
            </a:endParaRPr>
          </a:p>
        </p:txBody>
      </p:sp>
      <p:sp>
        <p:nvSpPr>
          <p:cNvPr id="13" name="Freeform 12">
            <a:extLst>
              <a:ext uri="{FF2B5EF4-FFF2-40B4-BE49-F238E27FC236}">
                <a16:creationId xmlns:a16="http://schemas.microsoft.com/office/drawing/2014/main" id="{36CEF15F-AEF6-80BC-ED59-81F6F7F5A14D}"/>
              </a:ext>
            </a:extLst>
          </p:cNvPr>
          <p:cNvSpPr/>
          <p:nvPr/>
        </p:nvSpPr>
        <p:spPr>
          <a:xfrm rot="16704685">
            <a:off x="3544216" y="1418655"/>
            <a:ext cx="1066698" cy="566683"/>
          </a:xfrm>
          <a:custGeom>
            <a:avLst/>
            <a:gdLst/>
            <a:ahLst/>
            <a:cxnLst/>
            <a:rect l="l" t="t" r="r" b="b"/>
            <a:pathLst>
              <a:path w="2133395" h="1133366">
                <a:moveTo>
                  <a:pt x="0" y="0"/>
                </a:moveTo>
                <a:lnTo>
                  <a:pt x="2133395" y="0"/>
                </a:lnTo>
                <a:lnTo>
                  <a:pt x="2133395" y="1133366"/>
                </a:lnTo>
                <a:lnTo>
                  <a:pt x="0" y="1133366"/>
                </a:lnTo>
                <a:lnTo>
                  <a:pt x="0" y="0"/>
                </a:lnTo>
                <a:close/>
              </a:path>
            </a:pathLst>
          </a:custGeom>
          <a:blipFill>
            <a:blip r:embed="rId6"/>
            <a:stretch>
              <a:fillRect/>
            </a:stretch>
          </a:blipFill>
        </p:spPr>
        <p:txBody>
          <a:bodyPr/>
          <a:lstStyle/>
          <a:p>
            <a:pPr eaLnBrk="1" fontAlgn="auto" hangingPunct="1">
              <a:spcBef>
                <a:spcPts val="0"/>
              </a:spcBef>
              <a:spcAft>
                <a:spcPts val="0"/>
              </a:spcAft>
              <a:defRPr/>
            </a:pPr>
            <a:endParaRPr lang="en-GB">
              <a:latin typeface="+mn-lt"/>
            </a:endParaRPr>
          </a:p>
        </p:txBody>
      </p:sp>
      <p:grpSp>
        <p:nvGrpSpPr>
          <p:cNvPr id="14" name="Group 13">
            <a:extLst>
              <a:ext uri="{FF2B5EF4-FFF2-40B4-BE49-F238E27FC236}">
                <a16:creationId xmlns:a16="http://schemas.microsoft.com/office/drawing/2014/main" id="{5EA2C361-4658-49CF-F161-E9EEDCF514D5}"/>
              </a:ext>
            </a:extLst>
          </p:cNvPr>
          <p:cNvGrpSpPr>
            <a:grpSpLocks/>
          </p:cNvGrpSpPr>
          <p:nvPr/>
        </p:nvGrpSpPr>
        <p:grpSpPr bwMode="auto">
          <a:xfrm>
            <a:off x="533400" y="1711325"/>
            <a:ext cx="3464719" cy="620713"/>
            <a:chOff x="0" y="0"/>
            <a:chExt cx="1464606" cy="262218"/>
          </a:xfrm>
        </p:grpSpPr>
        <p:sp>
          <p:nvSpPr>
            <p:cNvPr id="15" name="Freeform 14">
              <a:extLst>
                <a:ext uri="{FF2B5EF4-FFF2-40B4-BE49-F238E27FC236}">
                  <a16:creationId xmlns:a16="http://schemas.microsoft.com/office/drawing/2014/main" id="{1C2F55E0-7A6C-9B13-3D5E-C9D913695267}"/>
                </a:ext>
              </a:extLst>
            </p:cNvPr>
            <p:cNvSpPr>
              <a:spLocks/>
            </p:cNvSpPr>
            <p:nvPr/>
          </p:nvSpPr>
          <p:spPr bwMode="auto">
            <a:xfrm>
              <a:off x="0" y="0"/>
              <a:ext cx="1464606" cy="262218"/>
            </a:xfrm>
            <a:custGeom>
              <a:avLst/>
              <a:gdLst>
                <a:gd name="T0" fmla="*/ 55857 w 1464606"/>
                <a:gd name="T1" fmla="*/ 0 h 262218"/>
                <a:gd name="T2" fmla="*/ 1408749 w 1464606"/>
                <a:gd name="T3" fmla="*/ 0 h 262218"/>
                <a:gd name="T4" fmla="*/ 1448246 w 1464606"/>
                <a:gd name="T5" fmla="*/ 16360 h 262218"/>
                <a:gd name="T6" fmla="*/ 1464606 w 1464606"/>
                <a:gd name="T7" fmla="*/ 55857 h 262218"/>
                <a:gd name="T8" fmla="*/ 1464606 w 1464606"/>
                <a:gd name="T9" fmla="*/ 206360 h 262218"/>
                <a:gd name="T10" fmla="*/ 1448246 w 1464606"/>
                <a:gd name="T11" fmla="*/ 245857 h 262218"/>
                <a:gd name="T12" fmla="*/ 1408749 w 1464606"/>
                <a:gd name="T13" fmla="*/ 262218 h 262218"/>
                <a:gd name="T14" fmla="*/ 55857 w 1464606"/>
                <a:gd name="T15" fmla="*/ 262218 h 262218"/>
                <a:gd name="T16" fmla="*/ 0 w 1464606"/>
                <a:gd name="T17" fmla="*/ 206360 h 262218"/>
                <a:gd name="T18" fmla="*/ 0 w 1464606"/>
                <a:gd name="T19" fmla="*/ 55857 h 262218"/>
                <a:gd name="T20" fmla="*/ 16360 w 1464606"/>
                <a:gd name="T21" fmla="*/ 16360 h 262218"/>
                <a:gd name="T22" fmla="*/ 55857 w 1464606"/>
                <a:gd name="T23" fmla="*/ 0 h 262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64606" h="262218">
                  <a:moveTo>
                    <a:pt x="55857" y="0"/>
                  </a:moveTo>
                  <a:lnTo>
                    <a:pt x="1408749" y="0"/>
                  </a:lnTo>
                  <a:cubicBezTo>
                    <a:pt x="1423563" y="0"/>
                    <a:pt x="1437771" y="5885"/>
                    <a:pt x="1448246" y="16360"/>
                  </a:cubicBezTo>
                  <a:cubicBezTo>
                    <a:pt x="1458721" y="26836"/>
                    <a:pt x="1464606" y="41043"/>
                    <a:pt x="1464606" y="55857"/>
                  </a:cubicBezTo>
                  <a:lnTo>
                    <a:pt x="1464606" y="206360"/>
                  </a:lnTo>
                  <a:cubicBezTo>
                    <a:pt x="1464606" y="221174"/>
                    <a:pt x="1458721" y="235382"/>
                    <a:pt x="1448246" y="245857"/>
                  </a:cubicBezTo>
                  <a:cubicBezTo>
                    <a:pt x="1437771" y="256333"/>
                    <a:pt x="1423563" y="262218"/>
                    <a:pt x="1408749" y="262218"/>
                  </a:cubicBezTo>
                  <a:lnTo>
                    <a:pt x="55857" y="262218"/>
                  </a:lnTo>
                  <a:cubicBezTo>
                    <a:pt x="25008" y="262218"/>
                    <a:pt x="0" y="237209"/>
                    <a:pt x="0" y="206360"/>
                  </a:cubicBezTo>
                  <a:lnTo>
                    <a:pt x="0" y="55857"/>
                  </a:lnTo>
                  <a:cubicBezTo>
                    <a:pt x="0" y="41043"/>
                    <a:pt x="5885" y="26836"/>
                    <a:pt x="16360" y="16360"/>
                  </a:cubicBezTo>
                  <a:cubicBezTo>
                    <a:pt x="26836" y="5885"/>
                    <a:pt x="41043" y="0"/>
                    <a:pt x="55857" y="0"/>
                  </a:cubicBezTo>
                  <a:close/>
                </a:path>
              </a:pathLst>
            </a:custGeom>
            <a:solidFill>
              <a:srgbClr val="FFC10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TextBox 15">
              <a:extLst>
                <a:ext uri="{FF2B5EF4-FFF2-40B4-BE49-F238E27FC236}">
                  <a16:creationId xmlns:a16="http://schemas.microsoft.com/office/drawing/2014/main" id="{CF30BFC3-31C8-24BB-6DEF-77C9785D270D}"/>
                </a:ext>
              </a:extLst>
            </p:cNvPr>
            <p:cNvSpPr txBox="1">
              <a:spLocks noChangeArrowheads="1"/>
            </p:cNvSpPr>
            <p:nvPr/>
          </p:nvSpPr>
          <p:spPr bwMode="auto">
            <a:xfrm>
              <a:off x="0" y="-9525"/>
              <a:ext cx="1464606" cy="271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grpSp>
      <p:grpSp>
        <p:nvGrpSpPr>
          <p:cNvPr id="17" name="Group 17">
            <a:extLst>
              <a:ext uri="{FF2B5EF4-FFF2-40B4-BE49-F238E27FC236}">
                <a16:creationId xmlns:a16="http://schemas.microsoft.com/office/drawing/2014/main" id="{0E786621-943F-6D07-F966-759DB6CD0CFD}"/>
              </a:ext>
            </a:extLst>
          </p:cNvPr>
          <p:cNvGrpSpPr>
            <a:grpSpLocks/>
          </p:cNvGrpSpPr>
          <p:nvPr/>
        </p:nvGrpSpPr>
        <p:grpSpPr bwMode="auto">
          <a:xfrm>
            <a:off x="5562600" y="2724150"/>
            <a:ext cx="3040063" cy="750888"/>
            <a:chOff x="0" y="0"/>
            <a:chExt cx="1284888" cy="317386"/>
          </a:xfrm>
        </p:grpSpPr>
        <p:sp>
          <p:nvSpPr>
            <p:cNvPr id="18" name="Freeform 18">
              <a:extLst>
                <a:ext uri="{FF2B5EF4-FFF2-40B4-BE49-F238E27FC236}">
                  <a16:creationId xmlns:a16="http://schemas.microsoft.com/office/drawing/2014/main" id="{6B8B2345-B5F2-30EA-370A-8C51A9A9E57C}"/>
                </a:ext>
              </a:extLst>
            </p:cNvPr>
            <p:cNvSpPr>
              <a:spLocks/>
            </p:cNvSpPr>
            <p:nvPr/>
          </p:nvSpPr>
          <p:spPr bwMode="auto">
            <a:xfrm>
              <a:off x="0" y="0"/>
              <a:ext cx="1284888" cy="317386"/>
            </a:xfrm>
            <a:custGeom>
              <a:avLst/>
              <a:gdLst>
                <a:gd name="T0" fmla="*/ 63670 w 1284888"/>
                <a:gd name="T1" fmla="*/ 0 h 317386"/>
                <a:gd name="T2" fmla="*/ 1221218 w 1284888"/>
                <a:gd name="T3" fmla="*/ 0 h 317386"/>
                <a:gd name="T4" fmla="*/ 1266239 w 1284888"/>
                <a:gd name="T5" fmla="*/ 18649 h 317386"/>
                <a:gd name="T6" fmla="*/ 1284888 w 1284888"/>
                <a:gd name="T7" fmla="*/ 63670 h 317386"/>
                <a:gd name="T8" fmla="*/ 1284888 w 1284888"/>
                <a:gd name="T9" fmla="*/ 253716 h 317386"/>
                <a:gd name="T10" fmla="*/ 1266239 w 1284888"/>
                <a:gd name="T11" fmla="*/ 298738 h 317386"/>
                <a:gd name="T12" fmla="*/ 1221218 w 1284888"/>
                <a:gd name="T13" fmla="*/ 317386 h 317386"/>
                <a:gd name="T14" fmla="*/ 63670 w 1284888"/>
                <a:gd name="T15" fmla="*/ 317386 h 317386"/>
                <a:gd name="T16" fmla="*/ 18649 w 1284888"/>
                <a:gd name="T17" fmla="*/ 298738 h 317386"/>
                <a:gd name="T18" fmla="*/ 0 w 1284888"/>
                <a:gd name="T19" fmla="*/ 253716 h 317386"/>
                <a:gd name="T20" fmla="*/ 0 w 1284888"/>
                <a:gd name="T21" fmla="*/ 63670 h 317386"/>
                <a:gd name="T22" fmla="*/ 18649 w 1284888"/>
                <a:gd name="T23" fmla="*/ 18649 h 317386"/>
                <a:gd name="T24" fmla="*/ 63670 w 1284888"/>
                <a:gd name="T25" fmla="*/ 0 h 317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4888" h="317386">
                  <a:moveTo>
                    <a:pt x="63670" y="0"/>
                  </a:moveTo>
                  <a:lnTo>
                    <a:pt x="1221218" y="0"/>
                  </a:lnTo>
                  <a:cubicBezTo>
                    <a:pt x="1238104" y="0"/>
                    <a:pt x="1254299" y="6708"/>
                    <a:pt x="1266239" y="18649"/>
                  </a:cubicBezTo>
                  <a:cubicBezTo>
                    <a:pt x="1278180" y="30589"/>
                    <a:pt x="1284888" y="46784"/>
                    <a:pt x="1284888" y="63670"/>
                  </a:cubicBezTo>
                  <a:lnTo>
                    <a:pt x="1284888" y="253716"/>
                  </a:lnTo>
                  <a:cubicBezTo>
                    <a:pt x="1284888" y="270602"/>
                    <a:pt x="1278180" y="286797"/>
                    <a:pt x="1266239" y="298738"/>
                  </a:cubicBezTo>
                  <a:cubicBezTo>
                    <a:pt x="1254299" y="310678"/>
                    <a:pt x="1238104" y="317386"/>
                    <a:pt x="1221218" y="317386"/>
                  </a:cubicBezTo>
                  <a:lnTo>
                    <a:pt x="63670" y="317386"/>
                  </a:lnTo>
                  <a:cubicBezTo>
                    <a:pt x="46784" y="317386"/>
                    <a:pt x="30589" y="310678"/>
                    <a:pt x="18649" y="298738"/>
                  </a:cubicBezTo>
                  <a:cubicBezTo>
                    <a:pt x="6708" y="286797"/>
                    <a:pt x="0" y="270602"/>
                    <a:pt x="0" y="253716"/>
                  </a:cubicBezTo>
                  <a:lnTo>
                    <a:pt x="0" y="63670"/>
                  </a:lnTo>
                  <a:cubicBezTo>
                    <a:pt x="0" y="46784"/>
                    <a:pt x="6708" y="30589"/>
                    <a:pt x="18649" y="18649"/>
                  </a:cubicBezTo>
                  <a:cubicBezTo>
                    <a:pt x="30589" y="6708"/>
                    <a:pt x="46784" y="0"/>
                    <a:pt x="63670" y="0"/>
                  </a:cubicBezTo>
                  <a:close/>
                </a:path>
              </a:pathLst>
            </a:custGeom>
            <a:solidFill>
              <a:srgbClr val="0CC0D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 name="TextBox 19">
              <a:extLst>
                <a:ext uri="{FF2B5EF4-FFF2-40B4-BE49-F238E27FC236}">
                  <a16:creationId xmlns:a16="http://schemas.microsoft.com/office/drawing/2014/main" id="{DC8C368A-D4B6-122C-DAD4-BAD417491C12}"/>
                </a:ext>
              </a:extLst>
            </p:cNvPr>
            <p:cNvSpPr txBox="1">
              <a:spLocks noChangeArrowheads="1"/>
            </p:cNvSpPr>
            <p:nvPr/>
          </p:nvSpPr>
          <p:spPr bwMode="auto">
            <a:xfrm>
              <a:off x="0" y="-9525"/>
              <a:ext cx="1284888" cy="326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grpSp>
      <p:grpSp>
        <p:nvGrpSpPr>
          <p:cNvPr id="20" name="Group 20">
            <a:extLst>
              <a:ext uri="{FF2B5EF4-FFF2-40B4-BE49-F238E27FC236}">
                <a16:creationId xmlns:a16="http://schemas.microsoft.com/office/drawing/2014/main" id="{395F8F42-393C-00D5-5034-3D9E3FC301B7}"/>
              </a:ext>
            </a:extLst>
          </p:cNvPr>
          <p:cNvGrpSpPr>
            <a:grpSpLocks/>
          </p:cNvGrpSpPr>
          <p:nvPr/>
        </p:nvGrpSpPr>
        <p:grpSpPr bwMode="auto">
          <a:xfrm>
            <a:off x="554832" y="3284538"/>
            <a:ext cx="2683669" cy="1355725"/>
            <a:chOff x="0" y="0"/>
            <a:chExt cx="1152297" cy="512316"/>
          </a:xfrm>
        </p:grpSpPr>
        <p:sp>
          <p:nvSpPr>
            <p:cNvPr id="21" name="Freeform 21">
              <a:extLst>
                <a:ext uri="{FF2B5EF4-FFF2-40B4-BE49-F238E27FC236}">
                  <a16:creationId xmlns:a16="http://schemas.microsoft.com/office/drawing/2014/main" id="{8A3F199B-99C6-6789-1225-3DC6DDE7507C}"/>
                </a:ext>
              </a:extLst>
            </p:cNvPr>
            <p:cNvSpPr>
              <a:spLocks/>
            </p:cNvSpPr>
            <p:nvPr/>
          </p:nvSpPr>
          <p:spPr bwMode="auto">
            <a:xfrm>
              <a:off x="0" y="0"/>
              <a:ext cx="1152297" cy="512316"/>
            </a:xfrm>
            <a:custGeom>
              <a:avLst/>
              <a:gdLst>
                <a:gd name="T0" fmla="*/ 70997 w 1152297"/>
                <a:gd name="T1" fmla="*/ 0 h 512316"/>
                <a:gd name="T2" fmla="*/ 1081301 w 1152297"/>
                <a:gd name="T3" fmla="*/ 0 h 512316"/>
                <a:gd name="T4" fmla="*/ 1152297 w 1152297"/>
                <a:gd name="T5" fmla="*/ 70997 h 512316"/>
                <a:gd name="T6" fmla="*/ 1152297 w 1152297"/>
                <a:gd name="T7" fmla="*/ 441320 h 512316"/>
                <a:gd name="T8" fmla="*/ 1081301 w 1152297"/>
                <a:gd name="T9" fmla="*/ 512316 h 512316"/>
                <a:gd name="T10" fmla="*/ 70997 w 1152297"/>
                <a:gd name="T11" fmla="*/ 512316 h 512316"/>
                <a:gd name="T12" fmla="*/ 0 w 1152297"/>
                <a:gd name="T13" fmla="*/ 441320 h 512316"/>
                <a:gd name="T14" fmla="*/ 0 w 1152297"/>
                <a:gd name="T15" fmla="*/ 70997 h 512316"/>
                <a:gd name="T16" fmla="*/ 70997 w 1152297"/>
                <a:gd name="T17" fmla="*/ 0 h 512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2297" h="512316">
                  <a:moveTo>
                    <a:pt x="70997" y="0"/>
                  </a:moveTo>
                  <a:lnTo>
                    <a:pt x="1081301" y="0"/>
                  </a:lnTo>
                  <a:cubicBezTo>
                    <a:pt x="1120511" y="0"/>
                    <a:pt x="1152297" y="31786"/>
                    <a:pt x="1152297" y="70997"/>
                  </a:cubicBezTo>
                  <a:lnTo>
                    <a:pt x="1152297" y="441320"/>
                  </a:lnTo>
                  <a:cubicBezTo>
                    <a:pt x="1152297" y="480530"/>
                    <a:pt x="1120511" y="512316"/>
                    <a:pt x="1081301" y="512316"/>
                  </a:cubicBezTo>
                  <a:lnTo>
                    <a:pt x="70997" y="512316"/>
                  </a:lnTo>
                  <a:cubicBezTo>
                    <a:pt x="31786" y="512316"/>
                    <a:pt x="0" y="480530"/>
                    <a:pt x="0" y="441320"/>
                  </a:cubicBezTo>
                  <a:lnTo>
                    <a:pt x="0" y="70997"/>
                  </a:lnTo>
                  <a:cubicBezTo>
                    <a:pt x="0" y="31786"/>
                    <a:pt x="31786" y="0"/>
                    <a:pt x="70997" y="0"/>
                  </a:cubicBezTo>
                  <a:close/>
                </a:path>
              </a:pathLst>
            </a:custGeom>
            <a:solidFill>
              <a:srgbClr val="FFFFF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 name="TextBox 22">
              <a:extLst>
                <a:ext uri="{FF2B5EF4-FFF2-40B4-BE49-F238E27FC236}">
                  <a16:creationId xmlns:a16="http://schemas.microsoft.com/office/drawing/2014/main" id="{EA009E8B-7616-5CFE-E31A-05D57D623F39}"/>
                </a:ext>
              </a:extLst>
            </p:cNvPr>
            <p:cNvSpPr txBox="1">
              <a:spLocks noChangeArrowheads="1"/>
            </p:cNvSpPr>
            <p:nvPr/>
          </p:nvSpPr>
          <p:spPr bwMode="auto">
            <a:xfrm>
              <a:off x="0" y="-9525"/>
              <a:ext cx="1152297" cy="52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grpSp>
      <p:sp>
        <p:nvSpPr>
          <p:cNvPr id="23" name="Freeform 23">
            <a:extLst>
              <a:ext uri="{FF2B5EF4-FFF2-40B4-BE49-F238E27FC236}">
                <a16:creationId xmlns:a16="http://schemas.microsoft.com/office/drawing/2014/main" id="{AAD2055D-48A9-CECA-C990-CEBDED30CF94}"/>
              </a:ext>
            </a:extLst>
          </p:cNvPr>
          <p:cNvSpPr/>
          <p:nvPr/>
        </p:nvSpPr>
        <p:spPr>
          <a:xfrm>
            <a:off x="3078141" y="1350169"/>
            <a:ext cx="3244893" cy="3021806"/>
          </a:xfrm>
          <a:custGeom>
            <a:avLst/>
            <a:gdLst/>
            <a:ahLst/>
            <a:cxnLst/>
            <a:rect l="l" t="t" r="r" b="b"/>
            <a:pathLst>
              <a:path w="6489785" h="6043612">
                <a:moveTo>
                  <a:pt x="0" y="0"/>
                </a:moveTo>
                <a:lnTo>
                  <a:pt x="6489786" y="0"/>
                </a:lnTo>
                <a:lnTo>
                  <a:pt x="6489786" y="6043612"/>
                </a:lnTo>
                <a:lnTo>
                  <a:pt x="0" y="6043612"/>
                </a:lnTo>
                <a:lnTo>
                  <a:pt x="0" y="0"/>
                </a:lnTo>
                <a:close/>
              </a:path>
            </a:pathLst>
          </a:custGeom>
          <a:blipFill>
            <a:blip r:embed="rId7"/>
            <a:stretch>
              <a:fillRect/>
            </a:stretch>
          </a:blipFill>
        </p:spPr>
        <p:txBody>
          <a:bodyPr/>
          <a:lstStyle/>
          <a:p>
            <a:pPr eaLnBrk="1" fontAlgn="auto" hangingPunct="1">
              <a:spcBef>
                <a:spcPts val="0"/>
              </a:spcBef>
              <a:spcAft>
                <a:spcPts val="0"/>
              </a:spcAft>
              <a:defRPr/>
            </a:pPr>
            <a:endParaRPr lang="en-GB">
              <a:latin typeface="+mn-lt"/>
            </a:endParaRPr>
          </a:p>
        </p:txBody>
      </p:sp>
      <p:sp>
        <p:nvSpPr>
          <p:cNvPr id="24" name="Freeform 24">
            <a:extLst>
              <a:ext uri="{FF2B5EF4-FFF2-40B4-BE49-F238E27FC236}">
                <a16:creationId xmlns:a16="http://schemas.microsoft.com/office/drawing/2014/main" id="{FCE2E1A7-ADBE-8980-F87B-79D01FB53B55}"/>
              </a:ext>
            </a:extLst>
          </p:cNvPr>
          <p:cNvSpPr/>
          <p:nvPr/>
        </p:nvSpPr>
        <p:spPr>
          <a:xfrm rot="11427760">
            <a:off x="2863229" y="3926417"/>
            <a:ext cx="652865" cy="566683"/>
          </a:xfrm>
          <a:custGeom>
            <a:avLst/>
            <a:gdLst/>
            <a:ahLst/>
            <a:cxnLst/>
            <a:rect l="l" t="t" r="r" b="b"/>
            <a:pathLst>
              <a:path w="1305730" h="1133366">
                <a:moveTo>
                  <a:pt x="0" y="0"/>
                </a:moveTo>
                <a:lnTo>
                  <a:pt x="1305729" y="0"/>
                </a:lnTo>
                <a:lnTo>
                  <a:pt x="1305729" y="1133366"/>
                </a:lnTo>
                <a:lnTo>
                  <a:pt x="0" y="1133366"/>
                </a:lnTo>
                <a:lnTo>
                  <a:pt x="0" y="0"/>
                </a:lnTo>
                <a:close/>
              </a:path>
            </a:pathLst>
          </a:custGeom>
          <a:blipFill>
            <a:blip r:embed="rId5"/>
            <a:stretch>
              <a:fillRect l="-63387"/>
            </a:stretch>
          </a:blipFill>
        </p:spPr>
        <p:txBody>
          <a:bodyPr/>
          <a:lstStyle/>
          <a:p>
            <a:pPr eaLnBrk="1" fontAlgn="auto" hangingPunct="1">
              <a:spcBef>
                <a:spcPts val="0"/>
              </a:spcBef>
              <a:spcAft>
                <a:spcPts val="0"/>
              </a:spcAft>
              <a:defRPr/>
            </a:pPr>
            <a:endParaRPr lang="en-GB">
              <a:latin typeface="+mn-lt"/>
            </a:endParaRPr>
          </a:p>
        </p:txBody>
      </p:sp>
      <p:sp>
        <p:nvSpPr>
          <p:cNvPr id="25" name="Freeform 25">
            <a:extLst>
              <a:ext uri="{FF2B5EF4-FFF2-40B4-BE49-F238E27FC236}">
                <a16:creationId xmlns:a16="http://schemas.microsoft.com/office/drawing/2014/main" id="{B7B5D8D7-BC94-981B-3A6C-530FCA302C8C}"/>
              </a:ext>
            </a:extLst>
          </p:cNvPr>
          <p:cNvSpPr/>
          <p:nvPr/>
        </p:nvSpPr>
        <p:spPr>
          <a:xfrm>
            <a:off x="4470716" y="1167779"/>
            <a:ext cx="1066698" cy="566683"/>
          </a:xfrm>
          <a:custGeom>
            <a:avLst/>
            <a:gdLst/>
            <a:ahLst/>
            <a:cxnLst/>
            <a:rect l="l" t="t" r="r" b="b"/>
            <a:pathLst>
              <a:path w="2133395" h="1133366">
                <a:moveTo>
                  <a:pt x="0" y="0"/>
                </a:moveTo>
                <a:lnTo>
                  <a:pt x="2133395" y="0"/>
                </a:lnTo>
                <a:lnTo>
                  <a:pt x="2133395" y="1133366"/>
                </a:lnTo>
                <a:lnTo>
                  <a:pt x="0" y="1133366"/>
                </a:lnTo>
                <a:lnTo>
                  <a:pt x="0" y="0"/>
                </a:lnTo>
                <a:close/>
              </a:path>
            </a:pathLst>
          </a:custGeom>
          <a:blipFill>
            <a:blip r:embed="rId6"/>
            <a:stretch>
              <a:fillRect/>
            </a:stretch>
          </a:blipFill>
        </p:spPr>
        <p:txBody>
          <a:bodyPr/>
          <a:lstStyle/>
          <a:p>
            <a:pPr eaLnBrk="1" fontAlgn="auto" hangingPunct="1">
              <a:spcBef>
                <a:spcPts val="0"/>
              </a:spcBef>
              <a:spcAft>
                <a:spcPts val="0"/>
              </a:spcAft>
              <a:defRPr/>
            </a:pPr>
            <a:endParaRPr lang="en-GB">
              <a:latin typeface="+mn-lt"/>
            </a:endParaRPr>
          </a:p>
        </p:txBody>
      </p:sp>
      <p:sp>
        <p:nvSpPr>
          <p:cNvPr id="26" name="TextBox 27">
            <a:extLst>
              <a:ext uri="{FF2B5EF4-FFF2-40B4-BE49-F238E27FC236}">
                <a16:creationId xmlns:a16="http://schemas.microsoft.com/office/drawing/2014/main" id="{11DB93DE-570F-A857-EA92-C0921DE1A776}"/>
              </a:ext>
            </a:extLst>
          </p:cNvPr>
          <p:cNvSpPr txBox="1">
            <a:spLocks noChangeArrowheads="1"/>
          </p:cNvSpPr>
          <p:nvPr/>
        </p:nvSpPr>
        <p:spPr bwMode="auto">
          <a:xfrm>
            <a:off x="4232275" y="1929607"/>
            <a:ext cx="988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r>
              <a:rPr lang="en-US" altLang="en-US" sz="1000" b="1">
                <a:solidFill>
                  <a:srgbClr val="000000"/>
                </a:solidFill>
                <a:latin typeface="Poppins Bold" pitchFamily="2" charset="77"/>
                <a:ea typeface="Poppins Bold" pitchFamily="2" charset="77"/>
                <a:cs typeface="Poppins Bold" pitchFamily="2" charset="77"/>
                <a:sym typeface="Poppins Bold" pitchFamily="2" charset="77"/>
              </a:rPr>
              <a:t>Digital &amp; Voice </a:t>
            </a:r>
          </a:p>
          <a:p>
            <a:pPr algn="ctr" eaLnBrk="1" hangingPunct="1"/>
            <a:r>
              <a:rPr lang="en-US" altLang="en-US" sz="1000" b="1">
                <a:solidFill>
                  <a:srgbClr val="000000"/>
                </a:solidFill>
                <a:latin typeface="Poppins Bold" pitchFamily="2" charset="77"/>
                <a:ea typeface="Poppins Bold" pitchFamily="2" charset="77"/>
                <a:cs typeface="Poppins Bold" pitchFamily="2" charset="77"/>
                <a:sym typeface="Poppins Bold" pitchFamily="2" charset="77"/>
              </a:rPr>
              <a:t>Cognitive Assessments</a:t>
            </a:r>
          </a:p>
        </p:txBody>
      </p:sp>
      <p:sp>
        <p:nvSpPr>
          <p:cNvPr id="27" name="TextBox 28">
            <a:extLst>
              <a:ext uri="{FF2B5EF4-FFF2-40B4-BE49-F238E27FC236}">
                <a16:creationId xmlns:a16="http://schemas.microsoft.com/office/drawing/2014/main" id="{8F411C10-901F-06DC-4ADD-738E8746B7CE}"/>
              </a:ext>
            </a:extLst>
          </p:cNvPr>
          <p:cNvSpPr txBox="1">
            <a:spLocks noChangeArrowheads="1"/>
          </p:cNvSpPr>
          <p:nvPr/>
        </p:nvSpPr>
        <p:spPr bwMode="auto">
          <a:xfrm>
            <a:off x="685007" y="1797993"/>
            <a:ext cx="31249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eaLnBrk="1" hangingPunct="1"/>
            <a:r>
              <a:rPr lang="en-US" altLang="en-US" sz="1000">
                <a:solidFill>
                  <a:schemeClr val="tx1"/>
                </a:solidFill>
                <a:ea typeface="Poppins" pitchFamily="2" charset="77"/>
                <a:cs typeface="Poppins" pitchFamily="2" charset="77"/>
                <a:sym typeface="Poppins" pitchFamily="2" charset="77"/>
              </a:rPr>
              <a:t>Gold standard cognitive testing with validated digital and voice biomarkers for precise assessments</a:t>
            </a:r>
          </a:p>
        </p:txBody>
      </p:sp>
      <p:grpSp>
        <p:nvGrpSpPr>
          <p:cNvPr id="28" name="Group 29">
            <a:extLst>
              <a:ext uri="{FF2B5EF4-FFF2-40B4-BE49-F238E27FC236}">
                <a16:creationId xmlns:a16="http://schemas.microsoft.com/office/drawing/2014/main" id="{65F29341-7BEB-47D4-9C27-1E21073387F8}"/>
              </a:ext>
            </a:extLst>
          </p:cNvPr>
          <p:cNvGrpSpPr>
            <a:grpSpLocks/>
          </p:cNvGrpSpPr>
          <p:nvPr/>
        </p:nvGrpSpPr>
        <p:grpSpPr bwMode="auto">
          <a:xfrm rot="-1500956">
            <a:off x="5476875" y="1712913"/>
            <a:ext cx="157163" cy="137319"/>
            <a:chOff x="0" y="0"/>
            <a:chExt cx="812800" cy="711200"/>
          </a:xfrm>
        </p:grpSpPr>
        <p:sp>
          <p:nvSpPr>
            <p:cNvPr id="29" name="Freeform 30">
              <a:extLst>
                <a:ext uri="{FF2B5EF4-FFF2-40B4-BE49-F238E27FC236}">
                  <a16:creationId xmlns:a16="http://schemas.microsoft.com/office/drawing/2014/main" id="{5C6E0100-C32C-7710-3BB7-EC1B61E216BC}"/>
                </a:ext>
              </a:extLst>
            </p:cNvPr>
            <p:cNvSpPr>
              <a:spLocks/>
            </p:cNvSpPr>
            <p:nvPr/>
          </p:nvSpPr>
          <p:spPr bwMode="auto">
            <a:xfrm>
              <a:off x="0" y="0"/>
              <a:ext cx="812800" cy="711200"/>
            </a:xfrm>
            <a:custGeom>
              <a:avLst/>
              <a:gdLst>
                <a:gd name="T0" fmla="*/ 406400 w 812800"/>
                <a:gd name="T1" fmla="*/ 711200 h 711200"/>
                <a:gd name="T2" fmla="*/ 812800 w 812800"/>
                <a:gd name="T3" fmla="*/ 0 h 711200"/>
                <a:gd name="T4" fmla="*/ 0 w 812800"/>
                <a:gd name="T5" fmla="*/ 0 h 711200"/>
                <a:gd name="T6" fmla="*/ 406400 w 812800"/>
                <a:gd name="T7" fmla="*/ 711200 h 711200"/>
              </a:gdLst>
              <a:ahLst/>
              <a:cxnLst>
                <a:cxn ang="0">
                  <a:pos x="T0" y="T1"/>
                </a:cxn>
                <a:cxn ang="0">
                  <a:pos x="T2" y="T3"/>
                </a:cxn>
                <a:cxn ang="0">
                  <a:pos x="T4" y="T5"/>
                </a:cxn>
                <a:cxn ang="0">
                  <a:pos x="T6" y="T7"/>
                </a:cxn>
              </a:cxnLst>
              <a:rect l="0" t="0" r="r" b="b"/>
              <a:pathLst>
                <a:path w="812800" h="711200">
                  <a:moveTo>
                    <a:pt x="406400" y="711200"/>
                  </a:moveTo>
                  <a:lnTo>
                    <a:pt x="812800" y="0"/>
                  </a:lnTo>
                  <a:lnTo>
                    <a:pt x="0" y="0"/>
                  </a:lnTo>
                  <a:lnTo>
                    <a:pt x="406400" y="711200"/>
                  </a:lnTo>
                  <a:close/>
                </a:path>
              </a:pathLst>
            </a:custGeom>
            <a:solidFill>
              <a:srgbClr val="0CC0D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 name="TextBox 31">
              <a:extLst>
                <a:ext uri="{FF2B5EF4-FFF2-40B4-BE49-F238E27FC236}">
                  <a16:creationId xmlns:a16="http://schemas.microsoft.com/office/drawing/2014/main" id="{8E62B06B-D16C-9E1A-36C0-BAEA8BECF9F5}"/>
                </a:ext>
              </a:extLst>
            </p:cNvPr>
            <p:cNvSpPr txBox="1">
              <a:spLocks noChangeArrowheads="1"/>
            </p:cNvSpPr>
            <p:nvPr/>
          </p:nvSpPr>
          <p:spPr bwMode="auto">
            <a:xfrm>
              <a:off x="127000" y="3175"/>
              <a:ext cx="5588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grpSp>
      <p:sp>
        <p:nvSpPr>
          <p:cNvPr id="31" name="TextBox 32">
            <a:extLst>
              <a:ext uri="{FF2B5EF4-FFF2-40B4-BE49-F238E27FC236}">
                <a16:creationId xmlns:a16="http://schemas.microsoft.com/office/drawing/2014/main" id="{433931FB-A72A-7885-85A8-2483520B564D}"/>
              </a:ext>
            </a:extLst>
          </p:cNvPr>
          <p:cNvSpPr txBox="1">
            <a:spLocks noChangeArrowheads="1"/>
          </p:cNvSpPr>
          <p:nvPr/>
        </p:nvSpPr>
        <p:spPr bwMode="auto">
          <a:xfrm>
            <a:off x="4645025" y="3536950"/>
            <a:ext cx="1762125"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r>
              <a:rPr lang="en-US" altLang="en-US" sz="1000" b="1">
                <a:solidFill>
                  <a:srgbClr val="0D0D0D"/>
                </a:solidFill>
                <a:latin typeface="Poppins Bold" pitchFamily="2" charset="77"/>
                <a:ea typeface="Poppins Bold" pitchFamily="2" charset="77"/>
                <a:cs typeface="Poppins Bold" pitchFamily="2" charset="77"/>
                <a:sym typeface="Poppins Bold" pitchFamily="2" charset="77"/>
              </a:rPr>
              <a:t>eCOA</a:t>
            </a:r>
          </a:p>
        </p:txBody>
      </p:sp>
      <p:sp>
        <p:nvSpPr>
          <p:cNvPr id="32" name="TextBox 33">
            <a:extLst>
              <a:ext uri="{FF2B5EF4-FFF2-40B4-BE49-F238E27FC236}">
                <a16:creationId xmlns:a16="http://schemas.microsoft.com/office/drawing/2014/main" id="{79816BBC-9C00-26B0-D3D5-656F34114B77}"/>
              </a:ext>
            </a:extLst>
          </p:cNvPr>
          <p:cNvSpPr txBox="1">
            <a:spLocks noChangeArrowheads="1"/>
          </p:cNvSpPr>
          <p:nvPr/>
        </p:nvSpPr>
        <p:spPr bwMode="auto">
          <a:xfrm>
            <a:off x="2817019" y="3326607"/>
            <a:ext cx="20939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r>
              <a:rPr lang="en-US" altLang="en-US" sz="1000" b="1">
                <a:solidFill>
                  <a:srgbClr val="000000"/>
                </a:solidFill>
                <a:latin typeface="Poppins Bold" pitchFamily="2" charset="77"/>
                <a:ea typeface="Poppins Bold" pitchFamily="2" charset="77"/>
                <a:cs typeface="Poppins Bold" pitchFamily="2" charset="77"/>
                <a:sym typeface="Poppins Bold" pitchFamily="2" charset="77"/>
              </a:rPr>
              <a:t>Data </a:t>
            </a:r>
          </a:p>
          <a:p>
            <a:pPr algn="ctr" eaLnBrk="1" hangingPunct="1"/>
            <a:r>
              <a:rPr lang="en-US" altLang="en-US" sz="1000" b="1">
                <a:solidFill>
                  <a:srgbClr val="000000"/>
                </a:solidFill>
                <a:latin typeface="Poppins Bold" pitchFamily="2" charset="77"/>
                <a:ea typeface="Poppins Bold" pitchFamily="2" charset="77"/>
                <a:cs typeface="Poppins Bold" pitchFamily="2" charset="77"/>
                <a:sym typeface="Poppins Bold" pitchFamily="2" charset="77"/>
              </a:rPr>
              <a:t>Quality </a:t>
            </a:r>
          </a:p>
          <a:p>
            <a:pPr algn="ctr" eaLnBrk="1" hangingPunct="1"/>
            <a:r>
              <a:rPr lang="en-US" altLang="en-US" sz="1000" b="1">
                <a:solidFill>
                  <a:srgbClr val="000000"/>
                </a:solidFill>
                <a:latin typeface="Poppins Bold" pitchFamily="2" charset="77"/>
                <a:ea typeface="Poppins Bold" pitchFamily="2" charset="77"/>
                <a:cs typeface="Poppins Bold" pitchFamily="2" charset="77"/>
                <a:sym typeface="Poppins Bold" pitchFamily="2" charset="77"/>
              </a:rPr>
              <a:t>Management </a:t>
            </a:r>
          </a:p>
        </p:txBody>
      </p:sp>
      <p:sp>
        <p:nvSpPr>
          <p:cNvPr id="33" name="TextBox 35">
            <a:extLst>
              <a:ext uri="{FF2B5EF4-FFF2-40B4-BE49-F238E27FC236}">
                <a16:creationId xmlns:a16="http://schemas.microsoft.com/office/drawing/2014/main" id="{3B24EE9A-FCA9-811F-B1A5-6577133B74B4}"/>
              </a:ext>
            </a:extLst>
          </p:cNvPr>
          <p:cNvSpPr txBox="1">
            <a:spLocks noChangeArrowheads="1"/>
          </p:cNvSpPr>
          <p:nvPr/>
        </p:nvSpPr>
        <p:spPr bwMode="auto">
          <a:xfrm>
            <a:off x="6197600" y="2870200"/>
            <a:ext cx="2212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r" eaLnBrk="1" hangingPunct="1"/>
            <a:r>
              <a:rPr lang="en-US" altLang="en-US" sz="1000">
                <a:solidFill>
                  <a:schemeClr val="tx1"/>
                </a:solidFill>
                <a:ea typeface="Poppins" pitchFamily="2" charset="77"/>
                <a:cs typeface="Poppins" pitchFamily="2" charset="77"/>
                <a:sym typeface="Poppins" pitchFamily="2" charset="77"/>
              </a:rPr>
              <a:t>Comprehensive eCOA platform with 1,000+ integrated scales for seamless data collection</a:t>
            </a:r>
          </a:p>
        </p:txBody>
      </p:sp>
      <p:grpSp>
        <p:nvGrpSpPr>
          <p:cNvPr id="34" name="Group 40">
            <a:extLst>
              <a:ext uri="{FF2B5EF4-FFF2-40B4-BE49-F238E27FC236}">
                <a16:creationId xmlns:a16="http://schemas.microsoft.com/office/drawing/2014/main" id="{1C4A8880-0E84-20DB-1074-8E3EB3A4A7A5}"/>
              </a:ext>
            </a:extLst>
          </p:cNvPr>
          <p:cNvGrpSpPr>
            <a:grpSpLocks/>
          </p:cNvGrpSpPr>
          <p:nvPr/>
        </p:nvGrpSpPr>
        <p:grpSpPr bwMode="auto">
          <a:xfrm rot="-8850200">
            <a:off x="3067050" y="2884488"/>
            <a:ext cx="157957" cy="137319"/>
            <a:chOff x="0" y="0"/>
            <a:chExt cx="812800" cy="711200"/>
          </a:xfrm>
        </p:grpSpPr>
        <p:sp>
          <p:nvSpPr>
            <p:cNvPr id="35" name="Freeform 41">
              <a:extLst>
                <a:ext uri="{FF2B5EF4-FFF2-40B4-BE49-F238E27FC236}">
                  <a16:creationId xmlns:a16="http://schemas.microsoft.com/office/drawing/2014/main" id="{0DCF8BEB-584F-0996-F330-EFD5A88FC12F}"/>
                </a:ext>
              </a:extLst>
            </p:cNvPr>
            <p:cNvSpPr>
              <a:spLocks/>
            </p:cNvSpPr>
            <p:nvPr/>
          </p:nvSpPr>
          <p:spPr bwMode="auto">
            <a:xfrm>
              <a:off x="0" y="0"/>
              <a:ext cx="812800" cy="711200"/>
            </a:xfrm>
            <a:custGeom>
              <a:avLst/>
              <a:gdLst>
                <a:gd name="T0" fmla="*/ 406400 w 812800"/>
                <a:gd name="T1" fmla="*/ 711200 h 711200"/>
                <a:gd name="T2" fmla="*/ 812800 w 812800"/>
                <a:gd name="T3" fmla="*/ 0 h 711200"/>
                <a:gd name="T4" fmla="*/ 0 w 812800"/>
                <a:gd name="T5" fmla="*/ 0 h 711200"/>
                <a:gd name="T6" fmla="*/ 406400 w 812800"/>
                <a:gd name="T7" fmla="*/ 711200 h 711200"/>
              </a:gdLst>
              <a:ahLst/>
              <a:cxnLst>
                <a:cxn ang="0">
                  <a:pos x="T0" y="T1"/>
                </a:cxn>
                <a:cxn ang="0">
                  <a:pos x="T2" y="T3"/>
                </a:cxn>
                <a:cxn ang="0">
                  <a:pos x="T4" y="T5"/>
                </a:cxn>
                <a:cxn ang="0">
                  <a:pos x="T6" y="T7"/>
                </a:cxn>
              </a:cxnLst>
              <a:rect l="0" t="0" r="r" b="b"/>
              <a:pathLst>
                <a:path w="812800" h="711200">
                  <a:moveTo>
                    <a:pt x="406400" y="711200"/>
                  </a:moveTo>
                  <a:lnTo>
                    <a:pt x="812800" y="0"/>
                  </a:lnTo>
                  <a:lnTo>
                    <a:pt x="0" y="0"/>
                  </a:lnTo>
                  <a:lnTo>
                    <a:pt x="406400" y="711200"/>
                  </a:lnTo>
                  <a:close/>
                </a:path>
              </a:pathLst>
            </a:custGeom>
            <a:solidFill>
              <a:srgbClr val="F4BA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 name="TextBox 42">
              <a:extLst>
                <a:ext uri="{FF2B5EF4-FFF2-40B4-BE49-F238E27FC236}">
                  <a16:creationId xmlns:a16="http://schemas.microsoft.com/office/drawing/2014/main" id="{29CB7221-1AF2-6AB1-4DBE-B0B4ACA9DDF4}"/>
                </a:ext>
              </a:extLst>
            </p:cNvPr>
            <p:cNvSpPr txBox="1">
              <a:spLocks noChangeArrowheads="1"/>
            </p:cNvSpPr>
            <p:nvPr/>
          </p:nvSpPr>
          <p:spPr bwMode="auto">
            <a:xfrm>
              <a:off x="127000" y="3175"/>
              <a:ext cx="5588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grpSp>
      <p:grpSp>
        <p:nvGrpSpPr>
          <p:cNvPr id="37" name="Group 41">
            <a:extLst>
              <a:ext uri="{FF2B5EF4-FFF2-40B4-BE49-F238E27FC236}">
                <a16:creationId xmlns:a16="http://schemas.microsoft.com/office/drawing/2014/main" id="{68EFD5A9-4631-9C49-3CFF-529052280A2C}"/>
              </a:ext>
            </a:extLst>
          </p:cNvPr>
          <p:cNvGrpSpPr>
            <a:grpSpLocks/>
          </p:cNvGrpSpPr>
          <p:nvPr/>
        </p:nvGrpSpPr>
        <p:grpSpPr bwMode="auto">
          <a:xfrm>
            <a:off x="697706" y="3431382"/>
            <a:ext cx="2347913" cy="1274400"/>
            <a:chOff x="1441357" y="6862319"/>
            <a:chExt cx="4696036" cy="2549987"/>
          </a:xfrm>
        </p:grpSpPr>
        <p:sp>
          <p:nvSpPr>
            <p:cNvPr id="38" name="TextBox 36">
              <a:extLst>
                <a:ext uri="{FF2B5EF4-FFF2-40B4-BE49-F238E27FC236}">
                  <a16:creationId xmlns:a16="http://schemas.microsoft.com/office/drawing/2014/main" id="{C0DDC8BA-B0FB-E656-6C18-872A1DF26ECA}"/>
                </a:ext>
              </a:extLst>
            </p:cNvPr>
            <p:cNvSpPr txBox="1">
              <a:spLocks noChangeArrowheads="1"/>
            </p:cNvSpPr>
            <p:nvPr/>
          </p:nvSpPr>
          <p:spPr bwMode="auto">
            <a:xfrm>
              <a:off x="1441357" y="6862319"/>
              <a:ext cx="4493409" cy="615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eaLnBrk="1" hangingPunct="1"/>
              <a:r>
                <a:rPr lang="en-US" altLang="en-US" sz="1000">
                  <a:solidFill>
                    <a:schemeClr val="tx1"/>
                  </a:solidFill>
                  <a:ea typeface="Poppins" pitchFamily="2" charset="77"/>
                  <a:cs typeface="Poppins" pitchFamily="2" charset="77"/>
                  <a:sym typeface="Poppins" pitchFamily="2" charset="77"/>
                </a:rPr>
                <a:t>Our complete platform improves quality through:</a:t>
              </a:r>
            </a:p>
          </p:txBody>
        </p:sp>
        <p:sp>
          <p:nvSpPr>
            <p:cNvPr id="39" name="TextBox 36">
              <a:extLst>
                <a:ext uri="{FF2B5EF4-FFF2-40B4-BE49-F238E27FC236}">
                  <a16:creationId xmlns:a16="http://schemas.microsoft.com/office/drawing/2014/main" id="{CDEB6B03-292E-49FA-2201-F02188E89C24}"/>
                </a:ext>
              </a:extLst>
            </p:cNvPr>
            <p:cNvSpPr txBox="1">
              <a:spLocks noChangeArrowheads="1"/>
            </p:cNvSpPr>
            <p:nvPr/>
          </p:nvSpPr>
          <p:spPr bwMode="auto">
            <a:xfrm>
              <a:off x="1441357" y="7564786"/>
              <a:ext cx="4696036" cy="184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Poppins" pitchFamily="2" charset="77"/>
                </a:defRPr>
              </a:lvl1pPr>
              <a:lvl2pPr marL="442913" indent="-220663">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lvl="1" eaLnBrk="1" hangingPunct="1">
                <a:buFont typeface="Arial" panose="020B0604020202020204" pitchFamily="34" charset="0"/>
                <a:buChar char="•"/>
              </a:pPr>
              <a:r>
                <a:rPr lang="en-US" altLang="en-US" sz="1000">
                  <a:solidFill>
                    <a:schemeClr val="tx1"/>
                  </a:solidFill>
                  <a:ea typeface="Poppins" pitchFamily="2" charset="77"/>
                  <a:cs typeface="Poppins" pitchFamily="2" charset="77"/>
                  <a:sym typeface="Poppins" pitchFamily="2" charset="77"/>
                </a:rPr>
                <a:t>Expert training for raters</a:t>
              </a:r>
            </a:p>
            <a:p>
              <a:pPr lvl="1" eaLnBrk="1" hangingPunct="1">
                <a:buFont typeface="Arial" panose="020B0604020202020204" pitchFamily="34" charset="0"/>
                <a:buChar char="•"/>
              </a:pPr>
              <a:r>
                <a:rPr lang="en-US" altLang="en-US" sz="1000">
                  <a:solidFill>
                    <a:schemeClr val="tx1"/>
                  </a:solidFill>
                  <a:ea typeface="Poppins" pitchFamily="2" charset="77"/>
                  <a:cs typeface="Poppins" pitchFamily="2" charset="77"/>
                  <a:sym typeface="Poppins" pitchFamily="2" charset="77"/>
                </a:rPr>
                <a:t>AI quality checks inc. VoiceID</a:t>
              </a:r>
            </a:p>
            <a:p>
              <a:pPr lvl="1" eaLnBrk="1" hangingPunct="1">
                <a:buFont typeface="Arial" panose="020B0604020202020204" pitchFamily="34" charset="0"/>
                <a:buChar char="•"/>
              </a:pPr>
              <a:r>
                <a:rPr lang="en-US" altLang="en-US" sz="1000">
                  <a:solidFill>
                    <a:schemeClr val="tx1"/>
                  </a:solidFill>
                  <a:ea typeface="Poppins" pitchFamily="2" charset="77"/>
                  <a:cs typeface="Poppins" pitchFamily="2" charset="77"/>
                  <a:sym typeface="Poppins" pitchFamily="2" charset="77"/>
                </a:rPr>
                <a:t>Scale management</a:t>
              </a:r>
            </a:p>
            <a:p>
              <a:pPr lvl="1" eaLnBrk="1" hangingPunct="1">
                <a:buFont typeface="Arial" panose="020B0604020202020204" pitchFamily="34" charset="0"/>
                <a:buChar char="•"/>
              </a:pPr>
              <a:r>
                <a:rPr lang="en-US" altLang="en-US" sz="1000">
                  <a:solidFill>
                    <a:schemeClr val="tx1"/>
                  </a:solidFill>
                  <a:ea typeface="Poppins" pitchFamily="2" charset="77"/>
                  <a:cs typeface="Poppins" pitchFamily="2" charset="77"/>
                  <a:sym typeface="Poppins" pitchFamily="2" charset="77"/>
                </a:rPr>
                <a:t>Blinded analysis</a:t>
              </a:r>
            </a:p>
            <a:p>
              <a:pPr lvl="1" eaLnBrk="1" hangingPunct="1">
                <a:buFont typeface="Arial" panose="020B0604020202020204" pitchFamily="34" charset="0"/>
                <a:buChar char="•"/>
              </a:pPr>
              <a:r>
                <a:rPr lang="en-US" altLang="en-US" sz="1000">
                  <a:solidFill>
                    <a:schemeClr val="tx1"/>
                  </a:solidFill>
                  <a:ea typeface="Poppins" pitchFamily="2" charset="77"/>
                  <a:cs typeface="Poppins" pitchFamily="2" charset="77"/>
                  <a:sym typeface="Poppins" pitchFamily="2" charset="77"/>
                </a:rPr>
                <a:t>Centralised monitoring</a:t>
              </a:r>
            </a:p>
            <a:p>
              <a:pPr eaLnBrk="1" hangingPunct="1"/>
              <a:endParaRPr lang="en-US" altLang="en-US" sz="1000">
                <a:solidFill>
                  <a:srgbClr val="153E64"/>
                </a:solidFill>
                <a:ea typeface="Poppins" pitchFamily="2" charset="77"/>
                <a:cs typeface="Poppins" pitchFamily="2" charset="77"/>
                <a:sym typeface="Poppins" pitchFamily="2" charset="77"/>
              </a:endParaRPr>
            </a:p>
          </p:txBody>
        </p:sp>
      </p:grpSp>
      <p:sp>
        <p:nvSpPr>
          <p:cNvPr id="40" name="Freeform 16">
            <a:extLst>
              <a:ext uri="{FF2B5EF4-FFF2-40B4-BE49-F238E27FC236}">
                <a16:creationId xmlns:a16="http://schemas.microsoft.com/office/drawing/2014/main" id="{37DE35E7-F622-ADA7-ED64-242179C20ED4}"/>
              </a:ext>
            </a:extLst>
          </p:cNvPr>
          <p:cNvSpPr/>
          <p:nvPr/>
        </p:nvSpPr>
        <p:spPr>
          <a:xfrm rot="7321782">
            <a:off x="5397546" y="3960707"/>
            <a:ext cx="1066698" cy="566683"/>
          </a:xfrm>
          <a:custGeom>
            <a:avLst/>
            <a:gdLst/>
            <a:ahLst/>
            <a:cxnLst/>
            <a:rect l="l" t="t" r="r" b="b"/>
            <a:pathLst>
              <a:path w="2133395" h="1133366">
                <a:moveTo>
                  <a:pt x="0" y="0"/>
                </a:moveTo>
                <a:lnTo>
                  <a:pt x="2133395" y="0"/>
                </a:lnTo>
                <a:lnTo>
                  <a:pt x="2133395" y="1133366"/>
                </a:lnTo>
                <a:lnTo>
                  <a:pt x="0" y="1133366"/>
                </a:lnTo>
                <a:lnTo>
                  <a:pt x="0" y="0"/>
                </a:lnTo>
                <a:close/>
              </a:path>
            </a:pathLst>
          </a:custGeom>
          <a:blipFill>
            <a:blip r:embed="rId8"/>
            <a:stretch>
              <a:fillRect/>
            </a:stretch>
          </a:blipFill>
        </p:spPr>
        <p:txBody>
          <a:bodyPr/>
          <a:lstStyle/>
          <a:p>
            <a:pPr eaLnBrk="1" fontAlgn="auto" hangingPunct="1">
              <a:spcBef>
                <a:spcPts val="0"/>
              </a:spcBef>
              <a:spcAft>
                <a:spcPts val="0"/>
              </a:spcAft>
              <a:defRPr/>
            </a:pPr>
            <a:endParaRPr lang="en-GB">
              <a:latin typeface="+mn-lt"/>
            </a:endParaRPr>
          </a:p>
        </p:txBody>
      </p:sp>
      <p:grpSp>
        <p:nvGrpSpPr>
          <p:cNvPr id="41" name="Group 37">
            <a:extLst>
              <a:ext uri="{FF2B5EF4-FFF2-40B4-BE49-F238E27FC236}">
                <a16:creationId xmlns:a16="http://schemas.microsoft.com/office/drawing/2014/main" id="{6440AEDC-C021-9816-E632-4EFD967E8CF3}"/>
              </a:ext>
            </a:extLst>
          </p:cNvPr>
          <p:cNvGrpSpPr>
            <a:grpSpLocks/>
          </p:cNvGrpSpPr>
          <p:nvPr/>
        </p:nvGrpSpPr>
        <p:grpSpPr bwMode="auto">
          <a:xfrm rot="5678780">
            <a:off x="5319713" y="4478338"/>
            <a:ext cx="157163" cy="138113"/>
            <a:chOff x="0" y="0"/>
            <a:chExt cx="812800" cy="711200"/>
          </a:xfrm>
        </p:grpSpPr>
        <p:sp>
          <p:nvSpPr>
            <p:cNvPr id="42" name="Freeform 38">
              <a:extLst>
                <a:ext uri="{FF2B5EF4-FFF2-40B4-BE49-F238E27FC236}">
                  <a16:creationId xmlns:a16="http://schemas.microsoft.com/office/drawing/2014/main" id="{DA93217D-DA97-0925-63B8-F42E53430037}"/>
                </a:ext>
              </a:extLst>
            </p:cNvPr>
            <p:cNvSpPr>
              <a:spLocks/>
            </p:cNvSpPr>
            <p:nvPr/>
          </p:nvSpPr>
          <p:spPr bwMode="auto">
            <a:xfrm>
              <a:off x="0" y="0"/>
              <a:ext cx="812800" cy="711200"/>
            </a:xfrm>
            <a:custGeom>
              <a:avLst/>
              <a:gdLst>
                <a:gd name="T0" fmla="*/ 406400 w 812800"/>
                <a:gd name="T1" fmla="*/ 711200 h 711200"/>
                <a:gd name="T2" fmla="*/ 812800 w 812800"/>
                <a:gd name="T3" fmla="*/ 0 h 711200"/>
                <a:gd name="T4" fmla="*/ 0 w 812800"/>
                <a:gd name="T5" fmla="*/ 0 h 711200"/>
                <a:gd name="T6" fmla="*/ 406400 w 812800"/>
                <a:gd name="T7" fmla="*/ 711200 h 711200"/>
              </a:gdLst>
              <a:ahLst/>
              <a:cxnLst>
                <a:cxn ang="0">
                  <a:pos x="T0" y="T1"/>
                </a:cxn>
                <a:cxn ang="0">
                  <a:pos x="T2" y="T3"/>
                </a:cxn>
                <a:cxn ang="0">
                  <a:pos x="T4" y="T5"/>
                </a:cxn>
                <a:cxn ang="0">
                  <a:pos x="T6" y="T7"/>
                </a:cxn>
              </a:cxnLst>
              <a:rect l="0" t="0" r="r" b="b"/>
              <a:pathLst>
                <a:path w="812800" h="711200">
                  <a:moveTo>
                    <a:pt x="406400" y="711200"/>
                  </a:moveTo>
                  <a:lnTo>
                    <a:pt x="812800" y="0"/>
                  </a:lnTo>
                  <a:lnTo>
                    <a:pt x="0" y="0"/>
                  </a:lnTo>
                  <a:lnTo>
                    <a:pt x="406400" y="711200"/>
                  </a:lnTo>
                  <a:close/>
                </a:path>
              </a:pathLst>
            </a:custGeom>
            <a:solidFill>
              <a:srgbClr val="FFFFF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TextBox 39">
              <a:extLst>
                <a:ext uri="{FF2B5EF4-FFF2-40B4-BE49-F238E27FC236}">
                  <a16:creationId xmlns:a16="http://schemas.microsoft.com/office/drawing/2014/main" id="{9EDB5544-2D2D-A2CD-E6DD-9AACB205C31C}"/>
                </a:ext>
              </a:extLst>
            </p:cNvPr>
            <p:cNvSpPr txBox="1">
              <a:spLocks noChangeArrowheads="1"/>
            </p:cNvSpPr>
            <p:nvPr/>
          </p:nvSpPr>
          <p:spPr bwMode="auto">
            <a:xfrm>
              <a:off x="127000" y="3175"/>
              <a:ext cx="5588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grpSp>
      <p:sp>
        <p:nvSpPr>
          <p:cNvPr id="44" name="Slide Number Placeholder 5">
            <a:extLst>
              <a:ext uri="{FF2B5EF4-FFF2-40B4-BE49-F238E27FC236}">
                <a16:creationId xmlns:a16="http://schemas.microsoft.com/office/drawing/2014/main" id="{06842F59-38F3-5DCE-B962-012264FD5EF6}"/>
              </a:ext>
            </a:extLst>
          </p:cNvPr>
          <p:cNvSpPr>
            <a:spLocks noGrp="1"/>
          </p:cNvSpPr>
          <p:nvPr>
            <p:ph type="sldNum" sz="quarter" idx="10"/>
          </p:nvPr>
        </p:nvSpPr>
        <p:spPr>
          <a:xfrm>
            <a:off x="419100" y="4811713"/>
            <a:ext cx="4953000" cy="273844"/>
          </a:xfrm>
        </p:spPr>
        <p:txBody>
          <a:bodyPr/>
          <a:lstStyle>
            <a:lvl1pPr algn="l">
              <a:lnSpc>
                <a:spcPct val="100000"/>
              </a:lnSpc>
              <a:defRPr lang="en-GB" sz="600" kern="1200" smtClean="0">
                <a:solidFill>
                  <a:schemeClr val="bg1"/>
                </a:solidFill>
                <a:latin typeface="+mn-lt"/>
                <a:ea typeface="Neue Montreal"/>
                <a:cs typeface="Neue Montreal"/>
              </a:defRPr>
            </a:lvl1pPr>
          </a:lstStyle>
          <a:p>
            <a:pPr>
              <a:defRPr/>
            </a:pPr>
            <a:fld id="{693932FF-53D9-7745-B59E-568BCC6F20B8}" type="slidenum">
              <a:rPr lang="en-US"/>
              <a:pPr>
                <a:defRPr/>
              </a:pPr>
              <a:t>‹#›</a:t>
            </a:fld>
            <a:r>
              <a:rPr lang="en-US"/>
              <a:t> | PRIVATE AND CONFIDENTIAL | © Cambridge Cognition </a:t>
            </a:r>
            <a:fld id="{3AD53894-0F87-7B4D-B0DE-8594365A1A3A}" type="datetimeyyyy">
              <a:rPr lang="en-US"/>
              <a:pPr>
                <a:defRPr/>
              </a:pPr>
              <a:t>2026</a:t>
            </a:fld>
            <a:r>
              <a:rPr lang="en-US"/>
              <a:t>. All rights reserved. </a:t>
            </a:r>
          </a:p>
        </p:txBody>
      </p:sp>
    </p:spTree>
    <p:extLst>
      <p:ext uri="{BB962C8B-B14F-4D97-AF65-F5344CB8AC3E}">
        <p14:creationId xmlns:p14="http://schemas.microsoft.com/office/powerpoint/2010/main" val="34563318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Product Suite">
    <p:bg>
      <p:bgPr>
        <a:solidFill>
          <a:schemeClr val="accent1"/>
        </a:solidFill>
        <a:effectLst/>
      </p:bgPr>
    </p:bg>
    <p:spTree>
      <p:nvGrpSpPr>
        <p:cNvPr id="1" name=""/>
        <p:cNvGrpSpPr/>
        <p:nvPr/>
      </p:nvGrpSpPr>
      <p:grpSpPr>
        <a:xfrm>
          <a:off x="0" y="0"/>
          <a:ext cx="0" cy="0"/>
          <a:chOff x="0" y="0"/>
          <a:chExt cx="0" cy="0"/>
        </a:xfrm>
      </p:grpSpPr>
      <p:sp>
        <p:nvSpPr>
          <p:cNvPr id="2" name="Freeform 9">
            <a:extLst>
              <a:ext uri="{FF2B5EF4-FFF2-40B4-BE49-F238E27FC236}">
                <a16:creationId xmlns:a16="http://schemas.microsoft.com/office/drawing/2014/main" id="{CBF41121-001C-08D5-440F-924F729EF33E}"/>
              </a:ext>
            </a:extLst>
          </p:cNvPr>
          <p:cNvSpPr/>
          <p:nvPr/>
        </p:nvSpPr>
        <p:spPr>
          <a:xfrm>
            <a:off x="-1" y="2443163"/>
            <a:ext cx="9144001" cy="2700338"/>
          </a:xfrm>
          <a:custGeom>
            <a:avLst/>
            <a:gdLst/>
            <a:ahLst/>
            <a:cxnLst/>
            <a:rect l="l" t="t" r="r" b="b"/>
            <a:pathLst>
              <a:path w="28972262" h="6292196">
                <a:moveTo>
                  <a:pt x="0" y="0"/>
                </a:moveTo>
                <a:lnTo>
                  <a:pt x="28972262" y="0"/>
                </a:lnTo>
                <a:lnTo>
                  <a:pt x="28972262" y="6292196"/>
                </a:lnTo>
                <a:lnTo>
                  <a:pt x="0" y="6292196"/>
                </a:lnTo>
                <a:lnTo>
                  <a:pt x="0" y="0"/>
                </a:lnTo>
                <a:close/>
              </a:path>
            </a:pathLst>
          </a:custGeom>
          <a:blipFill dpi="0" rotWithShape="1">
            <a:blip r:embed="rId2">
              <a:alphaModFix amt="56000"/>
            </a:blip>
            <a:srcRect/>
            <a:stretch>
              <a:fillRect l="-25871" r="-54029" b="-16508"/>
            </a:stretch>
          </a:blipFill>
        </p:spPr>
        <p:txBody>
          <a:bodyPr/>
          <a:lstStyle/>
          <a:p>
            <a:pPr eaLnBrk="1" fontAlgn="auto" hangingPunct="1">
              <a:spcBef>
                <a:spcPts val="0"/>
              </a:spcBef>
              <a:spcAft>
                <a:spcPts val="0"/>
              </a:spcAft>
              <a:defRPr/>
            </a:pPr>
            <a:endParaRPr lang="en-GB">
              <a:latin typeface="+mn-lt"/>
            </a:endParaRPr>
          </a:p>
        </p:txBody>
      </p:sp>
      <p:sp>
        <p:nvSpPr>
          <p:cNvPr id="3" name="Freeform 8">
            <a:extLst>
              <a:ext uri="{FF2B5EF4-FFF2-40B4-BE49-F238E27FC236}">
                <a16:creationId xmlns:a16="http://schemas.microsoft.com/office/drawing/2014/main" id="{6A4F4BDF-CF8E-55E7-82FA-BAA402E2B260}"/>
              </a:ext>
            </a:extLst>
          </p:cNvPr>
          <p:cNvSpPr/>
          <p:nvPr/>
        </p:nvSpPr>
        <p:spPr>
          <a:xfrm>
            <a:off x="-2" y="3727271"/>
            <a:ext cx="9144002" cy="1428850"/>
          </a:xfrm>
          <a:custGeom>
            <a:avLst/>
            <a:gdLst/>
            <a:ahLst/>
            <a:cxnLst/>
            <a:rect l="l" t="t" r="r" b="b"/>
            <a:pathLst>
              <a:path w="24843572" h="5865368">
                <a:moveTo>
                  <a:pt x="0" y="0"/>
                </a:moveTo>
                <a:lnTo>
                  <a:pt x="24843572" y="0"/>
                </a:lnTo>
                <a:lnTo>
                  <a:pt x="24843572" y="5865368"/>
                </a:lnTo>
                <a:lnTo>
                  <a:pt x="0" y="5865368"/>
                </a:lnTo>
                <a:lnTo>
                  <a:pt x="0" y="0"/>
                </a:lnTo>
                <a:close/>
              </a:path>
            </a:pathLst>
          </a:custGeom>
          <a:blipFill>
            <a:blip r:embed="rId3"/>
            <a:stretch>
              <a:fillRect l="-8356" t="-1338" r="-27491" b="-106582"/>
            </a:stretch>
          </a:blipFill>
        </p:spPr>
        <p:txBody>
          <a:bodyPr/>
          <a:lstStyle/>
          <a:p>
            <a:pPr eaLnBrk="1" fontAlgn="auto" hangingPunct="1">
              <a:spcBef>
                <a:spcPts val="0"/>
              </a:spcBef>
              <a:spcAft>
                <a:spcPts val="0"/>
              </a:spcAft>
              <a:defRPr/>
            </a:pPr>
            <a:endParaRPr lang="en-GB">
              <a:latin typeface="+mn-lt"/>
            </a:endParaRPr>
          </a:p>
        </p:txBody>
      </p:sp>
      <p:sp>
        <p:nvSpPr>
          <p:cNvPr id="4" name="Title 1">
            <a:extLst>
              <a:ext uri="{FF2B5EF4-FFF2-40B4-BE49-F238E27FC236}">
                <a16:creationId xmlns:a16="http://schemas.microsoft.com/office/drawing/2014/main" id="{6A9A33B1-35FF-EEA4-49D3-ABFF694058C5}"/>
              </a:ext>
            </a:extLst>
          </p:cNvPr>
          <p:cNvSpPr txBox="1">
            <a:spLocks/>
          </p:cNvSpPr>
          <p:nvPr/>
        </p:nvSpPr>
        <p:spPr>
          <a:xfrm>
            <a:off x="419100" y="417513"/>
            <a:ext cx="8294688" cy="700088"/>
          </a:xfrm>
          <a:prstGeom prst="rect">
            <a:avLst/>
          </a:prstGeom>
        </p:spPr>
        <p:txBody>
          <a:bodyPr anchor="b">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00000"/>
              </a:lnSpc>
              <a:spcAft>
                <a:spcPts val="0"/>
              </a:spcAft>
              <a:defRPr/>
            </a:pPr>
            <a:r>
              <a:rPr lang="en-US" sz="2200" b="1">
                <a:solidFill>
                  <a:srgbClr val="FFFFFF"/>
                </a:solidFill>
                <a:ea typeface="Neue Montreal"/>
                <a:cs typeface="Neue Montreal"/>
                <a:sym typeface="Neue Montreal"/>
              </a:rPr>
              <a:t>What Cambridge Cognition Offers </a:t>
            </a:r>
            <a:br>
              <a:rPr lang="en-US" sz="2200">
                <a:solidFill>
                  <a:srgbClr val="FFFFFF"/>
                </a:solidFill>
                <a:ea typeface="Neue Montreal"/>
                <a:cs typeface="Neue Montreal"/>
                <a:sym typeface="Neue Montreal"/>
              </a:rPr>
            </a:br>
            <a:r>
              <a:rPr lang="en-US" sz="1800">
                <a:solidFill>
                  <a:srgbClr val="FFB600"/>
                </a:solidFill>
                <a:ea typeface="Neue Montreal"/>
                <a:cs typeface="Neue Montreal"/>
                <a:sym typeface="Neue Montreal"/>
              </a:rPr>
              <a:t>A fully configurable product kit</a:t>
            </a:r>
            <a:endParaRPr lang="en-GB" sz="2200"/>
          </a:p>
        </p:txBody>
      </p:sp>
      <p:sp>
        <p:nvSpPr>
          <p:cNvPr id="5" name="Freeform 10">
            <a:extLst>
              <a:ext uri="{FF2B5EF4-FFF2-40B4-BE49-F238E27FC236}">
                <a16:creationId xmlns:a16="http://schemas.microsoft.com/office/drawing/2014/main" id="{264882B6-8FD7-9C96-7A89-5263369760B3}"/>
              </a:ext>
            </a:extLst>
          </p:cNvPr>
          <p:cNvSpPr>
            <a:spLocks/>
          </p:cNvSpPr>
          <p:nvPr/>
        </p:nvSpPr>
        <p:spPr bwMode="auto">
          <a:xfrm>
            <a:off x="7493794" y="4199732"/>
            <a:ext cx="1345406" cy="848519"/>
          </a:xfrm>
          <a:custGeom>
            <a:avLst/>
            <a:gdLst>
              <a:gd name="T0" fmla="*/ 0 w 2690068"/>
              <a:gd name="T1" fmla="*/ 0 h 1696840"/>
              <a:gd name="T2" fmla="*/ 2690068 w 2690068"/>
              <a:gd name="T3" fmla="*/ 0 h 1696840"/>
              <a:gd name="T4" fmla="*/ 2690068 w 2690068"/>
              <a:gd name="T5" fmla="*/ 1696839 h 1696840"/>
              <a:gd name="T6" fmla="*/ 0 w 2690068"/>
              <a:gd name="T7" fmla="*/ 1696839 h 1696840"/>
              <a:gd name="T8" fmla="*/ 0 w 2690068"/>
              <a:gd name="T9" fmla="*/ 0 h 1696840"/>
            </a:gdLst>
            <a:ahLst/>
            <a:cxnLst>
              <a:cxn ang="0">
                <a:pos x="T0" y="T1"/>
              </a:cxn>
              <a:cxn ang="0">
                <a:pos x="T2" y="T3"/>
              </a:cxn>
              <a:cxn ang="0">
                <a:pos x="T4" y="T5"/>
              </a:cxn>
              <a:cxn ang="0">
                <a:pos x="T6" y="T7"/>
              </a:cxn>
              <a:cxn ang="0">
                <a:pos x="T8" y="T9"/>
              </a:cxn>
            </a:cxnLst>
            <a:rect l="0" t="0" r="r" b="b"/>
            <a:pathLst>
              <a:path w="2690068" h="1696840">
                <a:moveTo>
                  <a:pt x="0" y="0"/>
                </a:moveTo>
                <a:lnTo>
                  <a:pt x="2690068" y="0"/>
                </a:lnTo>
                <a:lnTo>
                  <a:pt x="2690068" y="1696839"/>
                </a:lnTo>
                <a:lnTo>
                  <a:pt x="0" y="1696839"/>
                </a:lnTo>
                <a:lnTo>
                  <a:pt x="0" y="0"/>
                </a:lnTo>
                <a:close/>
              </a:path>
            </a:pathLst>
          </a:cu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9" name="Group 10">
            <a:extLst>
              <a:ext uri="{FF2B5EF4-FFF2-40B4-BE49-F238E27FC236}">
                <a16:creationId xmlns:a16="http://schemas.microsoft.com/office/drawing/2014/main" id="{B23C6A76-B7D3-0DD6-9BC2-C85BDCDCD114}"/>
              </a:ext>
            </a:extLst>
          </p:cNvPr>
          <p:cNvGrpSpPr>
            <a:grpSpLocks/>
          </p:cNvGrpSpPr>
          <p:nvPr/>
        </p:nvGrpSpPr>
        <p:grpSpPr bwMode="auto">
          <a:xfrm>
            <a:off x="7073900" y="571500"/>
            <a:ext cx="1639888" cy="392113"/>
            <a:chOff x="14170330" y="1401984"/>
            <a:chExt cx="3279470" cy="784945"/>
          </a:xfrm>
        </p:grpSpPr>
        <p:grpSp>
          <p:nvGrpSpPr>
            <p:cNvPr id="10" name="Group 2">
              <a:extLst>
                <a:ext uri="{FF2B5EF4-FFF2-40B4-BE49-F238E27FC236}">
                  <a16:creationId xmlns:a16="http://schemas.microsoft.com/office/drawing/2014/main" id="{65D59021-AC9C-9F78-38F7-7A48373742F0}"/>
                </a:ext>
              </a:extLst>
            </p:cNvPr>
            <p:cNvGrpSpPr>
              <a:grpSpLocks/>
            </p:cNvGrpSpPr>
            <p:nvPr/>
          </p:nvGrpSpPr>
          <p:grpSpPr bwMode="auto">
            <a:xfrm>
              <a:off x="14170330" y="1401984"/>
              <a:ext cx="3279470" cy="784945"/>
              <a:chOff x="0" y="0"/>
              <a:chExt cx="863729" cy="206735"/>
            </a:xfrm>
          </p:grpSpPr>
          <p:sp>
            <p:nvSpPr>
              <p:cNvPr id="13" name="Freeform 3">
                <a:extLst>
                  <a:ext uri="{FF2B5EF4-FFF2-40B4-BE49-F238E27FC236}">
                    <a16:creationId xmlns:a16="http://schemas.microsoft.com/office/drawing/2014/main" id="{D2FBFED1-6B61-A81F-FE58-FAE07BFD5E2A}"/>
                  </a:ext>
                </a:extLst>
              </p:cNvPr>
              <p:cNvSpPr>
                <a:spLocks/>
              </p:cNvSpPr>
              <p:nvPr/>
            </p:nvSpPr>
            <p:spPr bwMode="auto">
              <a:xfrm>
                <a:off x="0" y="0"/>
                <a:ext cx="863729" cy="206735"/>
              </a:xfrm>
              <a:custGeom>
                <a:avLst/>
                <a:gdLst>
                  <a:gd name="T0" fmla="*/ 103367 w 863729"/>
                  <a:gd name="T1" fmla="*/ 0 h 206735"/>
                  <a:gd name="T2" fmla="*/ 760362 w 863729"/>
                  <a:gd name="T3" fmla="*/ 0 h 206735"/>
                  <a:gd name="T4" fmla="*/ 833453 w 863729"/>
                  <a:gd name="T5" fmla="*/ 30276 h 206735"/>
                  <a:gd name="T6" fmla="*/ 863729 w 863729"/>
                  <a:gd name="T7" fmla="*/ 103367 h 206735"/>
                  <a:gd name="T8" fmla="*/ 863729 w 863729"/>
                  <a:gd name="T9" fmla="*/ 103367 h 206735"/>
                  <a:gd name="T10" fmla="*/ 833453 w 863729"/>
                  <a:gd name="T11" fmla="*/ 176459 h 206735"/>
                  <a:gd name="T12" fmla="*/ 760362 w 863729"/>
                  <a:gd name="T13" fmla="*/ 206735 h 206735"/>
                  <a:gd name="T14" fmla="*/ 103367 w 863729"/>
                  <a:gd name="T15" fmla="*/ 206735 h 206735"/>
                  <a:gd name="T16" fmla="*/ 30276 w 863729"/>
                  <a:gd name="T17" fmla="*/ 176459 h 206735"/>
                  <a:gd name="T18" fmla="*/ 0 w 863729"/>
                  <a:gd name="T19" fmla="*/ 103367 h 206735"/>
                  <a:gd name="T20" fmla="*/ 0 w 863729"/>
                  <a:gd name="T21" fmla="*/ 103367 h 206735"/>
                  <a:gd name="T22" fmla="*/ 30276 w 863729"/>
                  <a:gd name="T23" fmla="*/ 30276 h 206735"/>
                  <a:gd name="T24" fmla="*/ 103367 w 863729"/>
                  <a:gd name="T25" fmla="*/ 0 h 206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3729" h="206735">
                    <a:moveTo>
                      <a:pt x="103367" y="0"/>
                    </a:moveTo>
                    <a:lnTo>
                      <a:pt x="760362" y="0"/>
                    </a:lnTo>
                    <a:cubicBezTo>
                      <a:pt x="787776" y="0"/>
                      <a:pt x="814068" y="10890"/>
                      <a:pt x="833453" y="30276"/>
                    </a:cubicBezTo>
                    <a:cubicBezTo>
                      <a:pt x="852838" y="49661"/>
                      <a:pt x="863729" y="75953"/>
                      <a:pt x="863729" y="103367"/>
                    </a:cubicBezTo>
                    <a:cubicBezTo>
                      <a:pt x="863729" y="130782"/>
                      <a:pt x="852838" y="157074"/>
                      <a:pt x="833453" y="176459"/>
                    </a:cubicBezTo>
                    <a:cubicBezTo>
                      <a:pt x="814068" y="195844"/>
                      <a:pt x="787776" y="206735"/>
                      <a:pt x="760362" y="206735"/>
                    </a:cubicBezTo>
                    <a:lnTo>
                      <a:pt x="103367" y="206735"/>
                    </a:lnTo>
                    <a:cubicBezTo>
                      <a:pt x="75953" y="206735"/>
                      <a:pt x="49661" y="195844"/>
                      <a:pt x="30276" y="176459"/>
                    </a:cubicBezTo>
                    <a:cubicBezTo>
                      <a:pt x="10890" y="157074"/>
                      <a:pt x="0" y="130782"/>
                      <a:pt x="0" y="103367"/>
                    </a:cubicBezTo>
                    <a:cubicBezTo>
                      <a:pt x="0" y="75953"/>
                      <a:pt x="10890" y="49661"/>
                      <a:pt x="30276" y="30276"/>
                    </a:cubicBezTo>
                    <a:cubicBezTo>
                      <a:pt x="49661" y="10890"/>
                      <a:pt x="75953" y="0"/>
                      <a:pt x="103367" y="0"/>
                    </a:cubicBezTo>
                    <a:close/>
                  </a:path>
                </a:pathLst>
              </a:custGeom>
              <a:solidFill>
                <a:srgbClr val="FFC10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TextBox 4">
                <a:extLst>
                  <a:ext uri="{FF2B5EF4-FFF2-40B4-BE49-F238E27FC236}">
                    <a16:creationId xmlns:a16="http://schemas.microsoft.com/office/drawing/2014/main" id="{27E27FBD-CD6C-E6F2-BCAD-81320CE121DD}"/>
                  </a:ext>
                </a:extLst>
              </p:cNvPr>
              <p:cNvSpPr txBox="1">
                <a:spLocks noChangeArrowheads="1"/>
              </p:cNvSpPr>
              <p:nvPr/>
            </p:nvSpPr>
            <p:spPr bwMode="auto">
              <a:xfrm>
                <a:off x="0" y="-57150"/>
                <a:ext cx="863729" cy="263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grpSp>
        <p:sp>
          <p:nvSpPr>
            <p:cNvPr id="11" name="Freeform 6">
              <a:extLst>
                <a:ext uri="{FF2B5EF4-FFF2-40B4-BE49-F238E27FC236}">
                  <a16:creationId xmlns:a16="http://schemas.microsoft.com/office/drawing/2014/main" id="{0D80463A-563A-B603-578D-CD2D512CCBA2}"/>
                </a:ext>
              </a:extLst>
            </p:cNvPr>
            <p:cNvSpPr>
              <a:spLocks/>
            </p:cNvSpPr>
            <p:nvPr/>
          </p:nvSpPr>
          <p:spPr bwMode="auto">
            <a:xfrm>
              <a:off x="14515187" y="1674025"/>
              <a:ext cx="240861" cy="240861"/>
            </a:xfrm>
            <a:custGeom>
              <a:avLst/>
              <a:gdLst>
                <a:gd name="T0" fmla="*/ 406400 w 812800"/>
                <a:gd name="T1" fmla="*/ 0 h 812800"/>
                <a:gd name="T2" fmla="*/ 0 w 812800"/>
                <a:gd name="T3" fmla="*/ 406400 h 812800"/>
                <a:gd name="T4" fmla="*/ 406400 w 812800"/>
                <a:gd name="T5" fmla="*/ 812800 h 812800"/>
                <a:gd name="T6" fmla="*/ 812800 w 812800"/>
                <a:gd name="T7" fmla="*/ 406400 h 812800"/>
                <a:gd name="T8" fmla="*/ 406400 w 812800"/>
                <a:gd name="T9" fmla="*/ 0 h 812800"/>
              </a:gdLst>
              <a:ahLst/>
              <a:cxnLst>
                <a:cxn ang="0">
                  <a:pos x="T0" y="T1"/>
                </a:cxn>
                <a:cxn ang="0">
                  <a:pos x="T2" y="T3"/>
                </a:cxn>
                <a:cxn ang="0">
                  <a:pos x="T4" y="T5"/>
                </a:cxn>
                <a:cxn ang="0">
                  <a:pos x="T6" y="T7"/>
                </a:cxn>
                <a:cxn ang="0">
                  <a:pos x="T8" y="T9"/>
                </a:cxn>
              </a:cxnLst>
              <a:rect l="0" t="0"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Date Placeholder 2">
              <a:extLst>
                <a:ext uri="{FF2B5EF4-FFF2-40B4-BE49-F238E27FC236}">
                  <a16:creationId xmlns:a16="http://schemas.microsoft.com/office/drawing/2014/main" id="{8EAE2F5F-0FD7-3C67-18E6-3E92FA8F01C6}"/>
                </a:ext>
              </a:extLst>
            </p:cNvPr>
            <p:cNvSpPr txBox="1">
              <a:spLocks/>
            </p:cNvSpPr>
            <p:nvPr/>
          </p:nvSpPr>
          <p:spPr>
            <a:xfrm>
              <a:off x="14935434" y="1548168"/>
              <a:ext cx="2361980" cy="546601"/>
            </a:xfrm>
            <a:prstGeom prst="rect">
              <a:avLst/>
            </a:prstGeom>
          </p:spPr>
          <p:txBody>
            <a:bodyPr tIns="0" bIns="0" anchor="ctr"/>
            <a:lstStyle>
              <a:defPPr>
                <a:defRPr lang="en-US"/>
              </a:defPPr>
              <a:lvl1pPr marL="0" algn="l" defTabSz="914400" rtl="0" eaLnBrk="1" latinLnBrk="0" hangingPunct="1">
                <a:defRPr lang="en-GB" sz="2100" kern="1200" smtClean="0">
                  <a:solidFill>
                    <a:srgbClr val="0D0D0D"/>
                  </a:solidFill>
                  <a:latin typeface="Poppins"/>
                  <a:ea typeface="Poppins"/>
                  <a:cs typeface="Poppin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sz="1050"/>
                <a:t>3-in-1 Solution</a:t>
              </a:r>
            </a:p>
          </p:txBody>
        </p:sp>
      </p:grpSp>
      <p:sp>
        <p:nvSpPr>
          <p:cNvPr id="15" name="Freeform 10">
            <a:extLst>
              <a:ext uri="{FF2B5EF4-FFF2-40B4-BE49-F238E27FC236}">
                <a16:creationId xmlns:a16="http://schemas.microsoft.com/office/drawing/2014/main" id="{F9C5B30E-0C74-124B-D135-3778B0823C28}"/>
              </a:ext>
            </a:extLst>
          </p:cNvPr>
          <p:cNvSpPr/>
          <p:nvPr/>
        </p:nvSpPr>
        <p:spPr>
          <a:xfrm rot="14657591">
            <a:off x="2677930" y="3146995"/>
            <a:ext cx="652865" cy="566683"/>
          </a:xfrm>
          <a:custGeom>
            <a:avLst/>
            <a:gdLst/>
            <a:ahLst/>
            <a:cxnLst/>
            <a:rect l="l" t="t" r="r" b="b"/>
            <a:pathLst>
              <a:path w="1305730" h="1133366">
                <a:moveTo>
                  <a:pt x="0" y="0"/>
                </a:moveTo>
                <a:lnTo>
                  <a:pt x="1305730" y="0"/>
                </a:lnTo>
                <a:lnTo>
                  <a:pt x="1305730" y="1133366"/>
                </a:lnTo>
                <a:lnTo>
                  <a:pt x="0" y="1133366"/>
                </a:lnTo>
                <a:lnTo>
                  <a:pt x="0" y="0"/>
                </a:lnTo>
                <a:close/>
              </a:path>
            </a:pathLst>
          </a:custGeom>
          <a:blipFill>
            <a:blip r:embed="rId5"/>
            <a:stretch>
              <a:fillRect l="-63387"/>
            </a:stretch>
          </a:blipFill>
        </p:spPr>
        <p:txBody>
          <a:bodyPr/>
          <a:lstStyle/>
          <a:p>
            <a:pPr eaLnBrk="1" fontAlgn="auto" hangingPunct="1">
              <a:spcBef>
                <a:spcPts val="0"/>
              </a:spcBef>
              <a:spcAft>
                <a:spcPts val="0"/>
              </a:spcAft>
              <a:defRPr/>
            </a:pPr>
            <a:endParaRPr lang="en-GB">
              <a:latin typeface="+mn-lt"/>
            </a:endParaRPr>
          </a:p>
        </p:txBody>
      </p:sp>
      <p:sp>
        <p:nvSpPr>
          <p:cNvPr id="16" name="Freeform 12">
            <a:extLst>
              <a:ext uri="{FF2B5EF4-FFF2-40B4-BE49-F238E27FC236}">
                <a16:creationId xmlns:a16="http://schemas.microsoft.com/office/drawing/2014/main" id="{B0F4A652-9623-D182-AE3C-1293E36A272A}"/>
              </a:ext>
            </a:extLst>
          </p:cNvPr>
          <p:cNvSpPr/>
          <p:nvPr/>
        </p:nvSpPr>
        <p:spPr>
          <a:xfrm rot="16704685">
            <a:off x="3544216" y="1418655"/>
            <a:ext cx="1066698" cy="566683"/>
          </a:xfrm>
          <a:custGeom>
            <a:avLst/>
            <a:gdLst/>
            <a:ahLst/>
            <a:cxnLst/>
            <a:rect l="l" t="t" r="r" b="b"/>
            <a:pathLst>
              <a:path w="2133395" h="1133366">
                <a:moveTo>
                  <a:pt x="0" y="0"/>
                </a:moveTo>
                <a:lnTo>
                  <a:pt x="2133395" y="0"/>
                </a:lnTo>
                <a:lnTo>
                  <a:pt x="2133395" y="1133366"/>
                </a:lnTo>
                <a:lnTo>
                  <a:pt x="0" y="1133366"/>
                </a:lnTo>
                <a:lnTo>
                  <a:pt x="0" y="0"/>
                </a:lnTo>
                <a:close/>
              </a:path>
            </a:pathLst>
          </a:custGeom>
          <a:blipFill>
            <a:blip r:embed="rId6"/>
            <a:stretch>
              <a:fillRect/>
            </a:stretch>
          </a:blipFill>
        </p:spPr>
        <p:txBody>
          <a:bodyPr/>
          <a:lstStyle/>
          <a:p>
            <a:pPr eaLnBrk="1" fontAlgn="auto" hangingPunct="1">
              <a:spcBef>
                <a:spcPts val="0"/>
              </a:spcBef>
              <a:spcAft>
                <a:spcPts val="0"/>
              </a:spcAft>
              <a:defRPr/>
            </a:pPr>
            <a:endParaRPr lang="en-GB">
              <a:latin typeface="+mn-lt"/>
            </a:endParaRPr>
          </a:p>
        </p:txBody>
      </p:sp>
      <p:grpSp>
        <p:nvGrpSpPr>
          <p:cNvPr id="17" name="Group 13">
            <a:extLst>
              <a:ext uri="{FF2B5EF4-FFF2-40B4-BE49-F238E27FC236}">
                <a16:creationId xmlns:a16="http://schemas.microsoft.com/office/drawing/2014/main" id="{612CD02A-9202-E093-388F-A5052182C086}"/>
              </a:ext>
            </a:extLst>
          </p:cNvPr>
          <p:cNvGrpSpPr>
            <a:grpSpLocks/>
          </p:cNvGrpSpPr>
          <p:nvPr/>
        </p:nvGrpSpPr>
        <p:grpSpPr bwMode="auto">
          <a:xfrm>
            <a:off x="533400" y="1711325"/>
            <a:ext cx="3464719" cy="620713"/>
            <a:chOff x="0" y="0"/>
            <a:chExt cx="1464606" cy="262218"/>
          </a:xfrm>
        </p:grpSpPr>
        <p:sp>
          <p:nvSpPr>
            <p:cNvPr id="18" name="Freeform 14">
              <a:extLst>
                <a:ext uri="{FF2B5EF4-FFF2-40B4-BE49-F238E27FC236}">
                  <a16:creationId xmlns:a16="http://schemas.microsoft.com/office/drawing/2014/main" id="{08703811-3FF1-DA6B-A86A-8C75329DD477}"/>
                </a:ext>
              </a:extLst>
            </p:cNvPr>
            <p:cNvSpPr>
              <a:spLocks/>
            </p:cNvSpPr>
            <p:nvPr/>
          </p:nvSpPr>
          <p:spPr bwMode="auto">
            <a:xfrm>
              <a:off x="0" y="0"/>
              <a:ext cx="1464606" cy="262218"/>
            </a:xfrm>
            <a:custGeom>
              <a:avLst/>
              <a:gdLst>
                <a:gd name="T0" fmla="*/ 55857 w 1464606"/>
                <a:gd name="T1" fmla="*/ 0 h 262218"/>
                <a:gd name="T2" fmla="*/ 1408749 w 1464606"/>
                <a:gd name="T3" fmla="*/ 0 h 262218"/>
                <a:gd name="T4" fmla="*/ 1448246 w 1464606"/>
                <a:gd name="T5" fmla="*/ 16360 h 262218"/>
                <a:gd name="T6" fmla="*/ 1464606 w 1464606"/>
                <a:gd name="T7" fmla="*/ 55857 h 262218"/>
                <a:gd name="T8" fmla="*/ 1464606 w 1464606"/>
                <a:gd name="T9" fmla="*/ 206360 h 262218"/>
                <a:gd name="T10" fmla="*/ 1448246 w 1464606"/>
                <a:gd name="T11" fmla="*/ 245857 h 262218"/>
                <a:gd name="T12" fmla="*/ 1408749 w 1464606"/>
                <a:gd name="T13" fmla="*/ 262218 h 262218"/>
                <a:gd name="T14" fmla="*/ 55857 w 1464606"/>
                <a:gd name="T15" fmla="*/ 262218 h 262218"/>
                <a:gd name="T16" fmla="*/ 0 w 1464606"/>
                <a:gd name="T17" fmla="*/ 206360 h 262218"/>
                <a:gd name="T18" fmla="*/ 0 w 1464606"/>
                <a:gd name="T19" fmla="*/ 55857 h 262218"/>
                <a:gd name="T20" fmla="*/ 16360 w 1464606"/>
                <a:gd name="T21" fmla="*/ 16360 h 262218"/>
                <a:gd name="T22" fmla="*/ 55857 w 1464606"/>
                <a:gd name="T23" fmla="*/ 0 h 262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64606" h="262218">
                  <a:moveTo>
                    <a:pt x="55857" y="0"/>
                  </a:moveTo>
                  <a:lnTo>
                    <a:pt x="1408749" y="0"/>
                  </a:lnTo>
                  <a:cubicBezTo>
                    <a:pt x="1423563" y="0"/>
                    <a:pt x="1437771" y="5885"/>
                    <a:pt x="1448246" y="16360"/>
                  </a:cubicBezTo>
                  <a:cubicBezTo>
                    <a:pt x="1458721" y="26836"/>
                    <a:pt x="1464606" y="41043"/>
                    <a:pt x="1464606" y="55857"/>
                  </a:cubicBezTo>
                  <a:lnTo>
                    <a:pt x="1464606" y="206360"/>
                  </a:lnTo>
                  <a:cubicBezTo>
                    <a:pt x="1464606" y="221174"/>
                    <a:pt x="1458721" y="235382"/>
                    <a:pt x="1448246" y="245857"/>
                  </a:cubicBezTo>
                  <a:cubicBezTo>
                    <a:pt x="1437771" y="256333"/>
                    <a:pt x="1423563" y="262218"/>
                    <a:pt x="1408749" y="262218"/>
                  </a:cubicBezTo>
                  <a:lnTo>
                    <a:pt x="55857" y="262218"/>
                  </a:lnTo>
                  <a:cubicBezTo>
                    <a:pt x="25008" y="262218"/>
                    <a:pt x="0" y="237209"/>
                    <a:pt x="0" y="206360"/>
                  </a:cubicBezTo>
                  <a:lnTo>
                    <a:pt x="0" y="55857"/>
                  </a:lnTo>
                  <a:cubicBezTo>
                    <a:pt x="0" y="41043"/>
                    <a:pt x="5885" y="26836"/>
                    <a:pt x="16360" y="16360"/>
                  </a:cubicBezTo>
                  <a:cubicBezTo>
                    <a:pt x="26836" y="5885"/>
                    <a:pt x="41043" y="0"/>
                    <a:pt x="55857" y="0"/>
                  </a:cubicBezTo>
                  <a:close/>
                </a:path>
              </a:pathLst>
            </a:custGeom>
            <a:solidFill>
              <a:srgbClr val="FFC10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 name="TextBox 15">
              <a:extLst>
                <a:ext uri="{FF2B5EF4-FFF2-40B4-BE49-F238E27FC236}">
                  <a16:creationId xmlns:a16="http://schemas.microsoft.com/office/drawing/2014/main" id="{79FCBC03-FD88-D4EB-F7A6-F966E2AF6145}"/>
                </a:ext>
              </a:extLst>
            </p:cNvPr>
            <p:cNvSpPr txBox="1">
              <a:spLocks noChangeArrowheads="1"/>
            </p:cNvSpPr>
            <p:nvPr/>
          </p:nvSpPr>
          <p:spPr bwMode="auto">
            <a:xfrm>
              <a:off x="0" y="-9525"/>
              <a:ext cx="1464606" cy="271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grpSp>
      <p:grpSp>
        <p:nvGrpSpPr>
          <p:cNvPr id="20" name="Group 17">
            <a:extLst>
              <a:ext uri="{FF2B5EF4-FFF2-40B4-BE49-F238E27FC236}">
                <a16:creationId xmlns:a16="http://schemas.microsoft.com/office/drawing/2014/main" id="{B1B3C433-D9AD-E1A7-F4B7-49BF57B1DE46}"/>
              </a:ext>
            </a:extLst>
          </p:cNvPr>
          <p:cNvGrpSpPr>
            <a:grpSpLocks/>
          </p:cNvGrpSpPr>
          <p:nvPr/>
        </p:nvGrpSpPr>
        <p:grpSpPr bwMode="auto">
          <a:xfrm>
            <a:off x="5562600" y="2724150"/>
            <a:ext cx="3040063" cy="750888"/>
            <a:chOff x="0" y="0"/>
            <a:chExt cx="1284888" cy="317386"/>
          </a:xfrm>
        </p:grpSpPr>
        <p:sp>
          <p:nvSpPr>
            <p:cNvPr id="21" name="Freeform 18">
              <a:extLst>
                <a:ext uri="{FF2B5EF4-FFF2-40B4-BE49-F238E27FC236}">
                  <a16:creationId xmlns:a16="http://schemas.microsoft.com/office/drawing/2014/main" id="{015C093B-02BC-6EEC-F5D8-8D33D22CBE80}"/>
                </a:ext>
              </a:extLst>
            </p:cNvPr>
            <p:cNvSpPr>
              <a:spLocks/>
            </p:cNvSpPr>
            <p:nvPr/>
          </p:nvSpPr>
          <p:spPr bwMode="auto">
            <a:xfrm>
              <a:off x="0" y="0"/>
              <a:ext cx="1284888" cy="317386"/>
            </a:xfrm>
            <a:custGeom>
              <a:avLst/>
              <a:gdLst>
                <a:gd name="T0" fmla="*/ 63670 w 1284888"/>
                <a:gd name="T1" fmla="*/ 0 h 317386"/>
                <a:gd name="T2" fmla="*/ 1221218 w 1284888"/>
                <a:gd name="T3" fmla="*/ 0 h 317386"/>
                <a:gd name="T4" fmla="*/ 1266239 w 1284888"/>
                <a:gd name="T5" fmla="*/ 18649 h 317386"/>
                <a:gd name="T6" fmla="*/ 1284888 w 1284888"/>
                <a:gd name="T7" fmla="*/ 63670 h 317386"/>
                <a:gd name="T8" fmla="*/ 1284888 w 1284888"/>
                <a:gd name="T9" fmla="*/ 253716 h 317386"/>
                <a:gd name="T10" fmla="*/ 1266239 w 1284888"/>
                <a:gd name="T11" fmla="*/ 298738 h 317386"/>
                <a:gd name="T12" fmla="*/ 1221218 w 1284888"/>
                <a:gd name="T13" fmla="*/ 317386 h 317386"/>
                <a:gd name="T14" fmla="*/ 63670 w 1284888"/>
                <a:gd name="T15" fmla="*/ 317386 h 317386"/>
                <a:gd name="T16" fmla="*/ 18649 w 1284888"/>
                <a:gd name="T17" fmla="*/ 298738 h 317386"/>
                <a:gd name="T18" fmla="*/ 0 w 1284888"/>
                <a:gd name="T19" fmla="*/ 253716 h 317386"/>
                <a:gd name="T20" fmla="*/ 0 w 1284888"/>
                <a:gd name="T21" fmla="*/ 63670 h 317386"/>
                <a:gd name="T22" fmla="*/ 18649 w 1284888"/>
                <a:gd name="T23" fmla="*/ 18649 h 317386"/>
                <a:gd name="T24" fmla="*/ 63670 w 1284888"/>
                <a:gd name="T25" fmla="*/ 0 h 317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4888" h="317386">
                  <a:moveTo>
                    <a:pt x="63670" y="0"/>
                  </a:moveTo>
                  <a:lnTo>
                    <a:pt x="1221218" y="0"/>
                  </a:lnTo>
                  <a:cubicBezTo>
                    <a:pt x="1238104" y="0"/>
                    <a:pt x="1254299" y="6708"/>
                    <a:pt x="1266239" y="18649"/>
                  </a:cubicBezTo>
                  <a:cubicBezTo>
                    <a:pt x="1278180" y="30589"/>
                    <a:pt x="1284888" y="46784"/>
                    <a:pt x="1284888" y="63670"/>
                  </a:cubicBezTo>
                  <a:lnTo>
                    <a:pt x="1284888" y="253716"/>
                  </a:lnTo>
                  <a:cubicBezTo>
                    <a:pt x="1284888" y="270602"/>
                    <a:pt x="1278180" y="286797"/>
                    <a:pt x="1266239" y="298738"/>
                  </a:cubicBezTo>
                  <a:cubicBezTo>
                    <a:pt x="1254299" y="310678"/>
                    <a:pt x="1238104" y="317386"/>
                    <a:pt x="1221218" y="317386"/>
                  </a:cubicBezTo>
                  <a:lnTo>
                    <a:pt x="63670" y="317386"/>
                  </a:lnTo>
                  <a:cubicBezTo>
                    <a:pt x="46784" y="317386"/>
                    <a:pt x="30589" y="310678"/>
                    <a:pt x="18649" y="298738"/>
                  </a:cubicBezTo>
                  <a:cubicBezTo>
                    <a:pt x="6708" y="286797"/>
                    <a:pt x="0" y="270602"/>
                    <a:pt x="0" y="253716"/>
                  </a:cubicBezTo>
                  <a:lnTo>
                    <a:pt x="0" y="63670"/>
                  </a:lnTo>
                  <a:cubicBezTo>
                    <a:pt x="0" y="46784"/>
                    <a:pt x="6708" y="30589"/>
                    <a:pt x="18649" y="18649"/>
                  </a:cubicBezTo>
                  <a:cubicBezTo>
                    <a:pt x="30589" y="6708"/>
                    <a:pt x="46784" y="0"/>
                    <a:pt x="63670" y="0"/>
                  </a:cubicBezTo>
                  <a:close/>
                </a:path>
              </a:pathLst>
            </a:custGeom>
            <a:solidFill>
              <a:srgbClr val="0CC0D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 name="TextBox 19">
              <a:extLst>
                <a:ext uri="{FF2B5EF4-FFF2-40B4-BE49-F238E27FC236}">
                  <a16:creationId xmlns:a16="http://schemas.microsoft.com/office/drawing/2014/main" id="{ADEE4324-8233-9611-7921-C5EDC8BB1E04}"/>
                </a:ext>
              </a:extLst>
            </p:cNvPr>
            <p:cNvSpPr txBox="1">
              <a:spLocks noChangeArrowheads="1"/>
            </p:cNvSpPr>
            <p:nvPr/>
          </p:nvSpPr>
          <p:spPr bwMode="auto">
            <a:xfrm>
              <a:off x="0" y="-9525"/>
              <a:ext cx="1284888" cy="326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grpSp>
      <p:grpSp>
        <p:nvGrpSpPr>
          <p:cNvPr id="23" name="Group 20">
            <a:extLst>
              <a:ext uri="{FF2B5EF4-FFF2-40B4-BE49-F238E27FC236}">
                <a16:creationId xmlns:a16="http://schemas.microsoft.com/office/drawing/2014/main" id="{D6CAD393-856A-ABFA-25BA-4D16A2883FED}"/>
              </a:ext>
            </a:extLst>
          </p:cNvPr>
          <p:cNvGrpSpPr>
            <a:grpSpLocks/>
          </p:cNvGrpSpPr>
          <p:nvPr/>
        </p:nvGrpSpPr>
        <p:grpSpPr bwMode="auto">
          <a:xfrm>
            <a:off x="554832" y="3284538"/>
            <a:ext cx="2683669" cy="1355725"/>
            <a:chOff x="0" y="0"/>
            <a:chExt cx="1152297" cy="512316"/>
          </a:xfrm>
        </p:grpSpPr>
        <p:sp>
          <p:nvSpPr>
            <p:cNvPr id="24" name="Freeform 21">
              <a:extLst>
                <a:ext uri="{FF2B5EF4-FFF2-40B4-BE49-F238E27FC236}">
                  <a16:creationId xmlns:a16="http://schemas.microsoft.com/office/drawing/2014/main" id="{4DDA200E-0197-E7B6-47D5-A8407867B4BC}"/>
                </a:ext>
              </a:extLst>
            </p:cNvPr>
            <p:cNvSpPr>
              <a:spLocks/>
            </p:cNvSpPr>
            <p:nvPr/>
          </p:nvSpPr>
          <p:spPr bwMode="auto">
            <a:xfrm>
              <a:off x="0" y="0"/>
              <a:ext cx="1152297" cy="512316"/>
            </a:xfrm>
            <a:custGeom>
              <a:avLst/>
              <a:gdLst>
                <a:gd name="T0" fmla="*/ 70997 w 1152297"/>
                <a:gd name="T1" fmla="*/ 0 h 512316"/>
                <a:gd name="T2" fmla="*/ 1081301 w 1152297"/>
                <a:gd name="T3" fmla="*/ 0 h 512316"/>
                <a:gd name="T4" fmla="*/ 1152297 w 1152297"/>
                <a:gd name="T5" fmla="*/ 70997 h 512316"/>
                <a:gd name="T6" fmla="*/ 1152297 w 1152297"/>
                <a:gd name="T7" fmla="*/ 441320 h 512316"/>
                <a:gd name="T8" fmla="*/ 1081301 w 1152297"/>
                <a:gd name="T9" fmla="*/ 512316 h 512316"/>
                <a:gd name="T10" fmla="*/ 70997 w 1152297"/>
                <a:gd name="T11" fmla="*/ 512316 h 512316"/>
                <a:gd name="T12" fmla="*/ 0 w 1152297"/>
                <a:gd name="T13" fmla="*/ 441320 h 512316"/>
                <a:gd name="T14" fmla="*/ 0 w 1152297"/>
                <a:gd name="T15" fmla="*/ 70997 h 512316"/>
                <a:gd name="T16" fmla="*/ 70997 w 1152297"/>
                <a:gd name="T17" fmla="*/ 0 h 512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2297" h="512316">
                  <a:moveTo>
                    <a:pt x="70997" y="0"/>
                  </a:moveTo>
                  <a:lnTo>
                    <a:pt x="1081301" y="0"/>
                  </a:lnTo>
                  <a:cubicBezTo>
                    <a:pt x="1120511" y="0"/>
                    <a:pt x="1152297" y="31786"/>
                    <a:pt x="1152297" y="70997"/>
                  </a:cubicBezTo>
                  <a:lnTo>
                    <a:pt x="1152297" y="441320"/>
                  </a:lnTo>
                  <a:cubicBezTo>
                    <a:pt x="1152297" y="480530"/>
                    <a:pt x="1120511" y="512316"/>
                    <a:pt x="1081301" y="512316"/>
                  </a:cubicBezTo>
                  <a:lnTo>
                    <a:pt x="70997" y="512316"/>
                  </a:lnTo>
                  <a:cubicBezTo>
                    <a:pt x="31786" y="512316"/>
                    <a:pt x="0" y="480530"/>
                    <a:pt x="0" y="441320"/>
                  </a:cubicBezTo>
                  <a:lnTo>
                    <a:pt x="0" y="70997"/>
                  </a:lnTo>
                  <a:cubicBezTo>
                    <a:pt x="0" y="31786"/>
                    <a:pt x="31786" y="0"/>
                    <a:pt x="70997" y="0"/>
                  </a:cubicBezTo>
                  <a:close/>
                </a:path>
              </a:pathLst>
            </a:custGeom>
            <a:solidFill>
              <a:srgbClr val="FFFFF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TextBox 22">
              <a:extLst>
                <a:ext uri="{FF2B5EF4-FFF2-40B4-BE49-F238E27FC236}">
                  <a16:creationId xmlns:a16="http://schemas.microsoft.com/office/drawing/2014/main" id="{44E9BE86-BD3C-0948-B9C1-3FA505A5EE0B}"/>
                </a:ext>
              </a:extLst>
            </p:cNvPr>
            <p:cNvSpPr txBox="1">
              <a:spLocks noChangeArrowheads="1"/>
            </p:cNvSpPr>
            <p:nvPr/>
          </p:nvSpPr>
          <p:spPr bwMode="auto">
            <a:xfrm>
              <a:off x="0" y="-9525"/>
              <a:ext cx="1152297" cy="52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grpSp>
      <p:sp>
        <p:nvSpPr>
          <p:cNvPr id="26" name="Freeform 23">
            <a:extLst>
              <a:ext uri="{FF2B5EF4-FFF2-40B4-BE49-F238E27FC236}">
                <a16:creationId xmlns:a16="http://schemas.microsoft.com/office/drawing/2014/main" id="{5F2B940D-BD48-AC4C-C3BF-AFB020A5D0AA}"/>
              </a:ext>
            </a:extLst>
          </p:cNvPr>
          <p:cNvSpPr/>
          <p:nvPr/>
        </p:nvSpPr>
        <p:spPr>
          <a:xfrm>
            <a:off x="3078141" y="1350169"/>
            <a:ext cx="3244893" cy="3021806"/>
          </a:xfrm>
          <a:custGeom>
            <a:avLst/>
            <a:gdLst/>
            <a:ahLst/>
            <a:cxnLst/>
            <a:rect l="l" t="t" r="r" b="b"/>
            <a:pathLst>
              <a:path w="6489785" h="6043612">
                <a:moveTo>
                  <a:pt x="0" y="0"/>
                </a:moveTo>
                <a:lnTo>
                  <a:pt x="6489786" y="0"/>
                </a:lnTo>
                <a:lnTo>
                  <a:pt x="6489786" y="6043612"/>
                </a:lnTo>
                <a:lnTo>
                  <a:pt x="0" y="6043612"/>
                </a:lnTo>
                <a:lnTo>
                  <a:pt x="0" y="0"/>
                </a:lnTo>
                <a:close/>
              </a:path>
            </a:pathLst>
          </a:custGeom>
          <a:blipFill>
            <a:blip r:embed="rId7"/>
            <a:stretch>
              <a:fillRect/>
            </a:stretch>
          </a:blipFill>
        </p:spPr>
        <p:txBody>
          <a:bodyPr/>
          <a:lstStyle/>
          <a:p>
            <a:pPr eaLnBrk="1" fontAlgn="auto" hangingPunct="1">
              <a:spcBef>
                <a:spcPts val="0"/>
              </a:spcBef>
              <a:spcAft>
                <a:spcPts val="0"/>
              </a:spcAft>
              <a:defRPr/>
            </a:pPr>
            <a:endParaRPr lang="en-GB">
              <a:latin typeface="+mn-lt"/>
            </a:endParaRPr>
          </a:p>
        </p:txBody>
      </p:sp>
      <p:sp>
        <p:nvSpPr>
          <p:cNvPr id="27" name="Freeform 24">
            <a:extLst>
              <a:ext uri="{FF2B5EF4-FFF2-40B4-BE49-F238E27FC236}">
                <a16:creationId xmlns:a16="http://schemas.microsoft.com/office/drawing/2014/main" id="{77DFF5EB-6792-0944-DB6A-34BE4458F3FE}"/>
              </a:ext>
            </a:extLst>
          </p:cNvPr>
          <p:cNvSpPr/>
          <p:nvPr/>
        </p:nvSpPr>
        <p:spPr>
          <a:xfrm rot="11427760">
            <a:off x="2863229" y="3926417"/>
            <a:ext cx="652865" cy="566683"/>
          </a:xfrm>
          <a:custGeom>
            <a:avLst/>
            <a:gdLst/>
            <a:ahLst/>
            <a:cxnLst/>
            <a:rect l="l" t="t" r="r" b="b"/>
            <a:pathLst>
              <a:path w="1305730" h="1133366">
                <a:moveTo>
                  <a:pt x="0" y="0"/>
                </a:moveTo>
                <a:lnTo>
                  <a:pt x="1305729" y="0"/>
                </a:lnTo>
                <a:lnTo>
                  <a:pt x="1305729" y="1133366"/>
                </a:lnTo>
                <a:lnTo>
                  <a:pt x="0" y="1133366"/>
                </a:lnTo>
                <a:lnTo>
                  <a:pt x="0" y="0"/>
                </a:lnTo>
                <a:close/>
              </a:path>
            </a:pathLst>
          </a:custGeom>
          <a:blipFill>
            <a:blip r:embed="rId5"/>
            <a:stretch>
              <a:fillRect l="-63387"/>
            </a:stretch>
          </a:blipFill>
        </p:spPr>
        <p:txBody>
          <a:bodyPr/>
          <a:lstStyle/>
          <a:p>
            <a:pPr eaLnBrk="1" fontAlgn="auto" hangingPunct="1">
              <a:spcBef>
                <a:spcPts val="0"/>
              </a:spcBef>
              <a:spcAft>
                <a:spcPts val="0"/>
              </a:spcAft>
              <a:defRPr/>
            </a:pPr>
            <a:endParaRPr lang="en-GB">
              <a:latin typeface="+mn-lt"/>
            </a:endParaRPr>
          </a:p>
        </p:txBody>
      </p:sp>
      <p:sp>
        <p:nvSpPr>
          <p:cNvPr id="28" name="Freeform 25">
            <a:extLst>
              <a:ext uri="{FF2B5EF4-FFF2-40B4-BE49-F238E27FC236}">
                <a16:creationId xmlns:a16="http://schemas.microsoft.com/office/drawing/2014/main" id="{F1885586-E00F-1348-9F37-E030E959A2AC}"/>
              </a:ext>
            </a:extLst>
          </p:cNvPr>
          <p:cNvSpPr/>
          <p:nvPr/>
        </p:nvSpPr>
        <p:spPr>
          <a:xfrm>
            <a:off x="4470716" y="1167779"/>
            <a:ext cx="1066698" cy="566683"/>
          </a:xfrm>
          <a:custGeom>
            <a:avLst/>
            <a:gdLst/>
            <a:ahLst/>
            <a:cxnLst/>
            <a:rect l="l" t="t" r="r" b="b"/>
            <a:pathLst>
              <a:path w="2133395" h="1133366">
                <a:moveTo>
                  <a:pt x="0" y="0"/>
                </a:moveTo>
                <a:lnTo>
                  <a:pt x="2133395" y="0"/>
                </a:lnTo>
                <a:lnTo>
                  <a:pt x="2133395" y="1133366"/>
                </a:lnTo>
                <a:lnTo>
                  <a:pt x="0" y="1133366"/>
                </a:lnTo>
                <a:lnTo>
                  <a:pt x="0" y="0"/>
                </a:lnTo>
                <a:close/>
              </a:path>
            </a:pathLst>
          </a:custGeom>
          <a:blipFill>
            <a:blip r:embed="rId6"/>
            <a:stretch>
              <a:fillRect/>
            </a:stretch>
          </a:blipFill>
        </p:spPr>
        <p:txBody>
          <a:bodyPr/>
          <a:lstStyle/>
          <a:p>
            <a:pPr eaLnBrk="1" fontAlgn="auto" hangingPunct="1">
              <a:spcBef>
                <a:spcPts val="0"/>
              </a:spcBef>
              <a:spcAft>
                <a:spcPts val="0"/>
              </a:spcAft>
              <a:defRPr/>
            </a:pPr>
            <a:endParaRPr lang="en-GB">
              <a:latin typeface="+mn-lt"/>
            </a:endParaRPr>
          </a:p>
        </p:txBody>
      </p:sp>
      <p:sp>
        <p:nvSpPr>
          <p:cNvPr id="29" name="TextBox 27">
            <a:extLst>
              <a:ext uri="{FF2B5EF4-FFF2-40B4-BE49-F238E27FC236}">
                <a16:creationId xmlns:a16="http://schemas.microsoft.com/office/drawing/2014/main" id="{F4D5D3CD-113A-565E-B99C-CE89E1C88C18}"/>
              </a:ext>
            </a:extLst>
          </p:cNvPr>
          <p:cNvSpPr txBox="1">
            <a:spLocks noChangeArrowheads="1"/>
          </p:cNvSpPr>
          <p:nvPr/>
        </p:nvSpPr>
        <p:spPr bwMode="auto">
          <a:xfrm>
            <a:off x="4175919" y="1947863"/>
            <a:ext cx="9890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r>
              <a:rPr lang="en-US" altLang="en-US" sz="1000" b="1">
                <a:solidFill>
                  <a:srgbClr val="000000"/>
                </a:solidFill>
                <a:latin typeface="Poppins Bold" pitchFamily="2" charset="77"/>
                <a:ea typeface="Poppins Bold" pitchFamily="2" charset="77"/>
                <a:cs typeface="Poppins Bold" pitchFamily="2" charset="77"/>
                <a:sym typeface="Poppins Bold" pitchFamily="2" charset="77"/>
              </a:rPr>
              <a:t>Digital &amp; Voice </a:t>
            </a:r>
          </a:p>
          <a:p>
            <a:pPr algn="ctr" eaLnBrk="1" hangingPunct="1"/>
            <a:r>
              <a:rPr lang="en-US" altLang="en-US" sz="1000" b="1">
                <a:solidFill>
                  <a:srgbClr val="000000"/>
                </a:solidFill>
                <a:latin typeface="Poppins Bold" pitchFamily="2" charset="77"/>
                <a:ea typeface="Poppins Bold" pitchFamily="2" charset="77"/>
                <a:cs typeface="Poppins Bold" pitchFamily="2" charset="77"/>
                <a:sym typeface="Poppins Bold" pitchFamily="2" charset="77"/>
              </a:rPr>
              <a:t>Cognitive Assessments</a:t>
            </a:r>
          </a:p>
        </p:txBody>
      </p:sp>
      <p:grpSp>
        <p:nvGrpSpPr>
          <p:cNvPr id="30" name="Group 29">
            <a:extLst>
              <a:ext uri="{FF2B5EF4-FFF2-40B4-BE49-F238E27FC236}">
                <a16:creationId xmlns:a16="http://schemas.microsoft.com/office/drawing/2014/main" id="{5B1FE0B2-3AAD-3DF2-BFF0-D4AA30B713C4}"/>
              </a:ext>
            </a:extLst>
          </p:cNvPr>
          <p:cNvGrpSpPr>
            <a:grpSpLocks/>
          </p:cNvGrpSpPr>
          <p:nvPr/>
        </p:nvGrpSpPr>
        <p:grpSpPr bwMode="auto">
          <a:xfrm rot="-1500956">
            <a:off x="5476875" y="1712913"/>
            <a:ext cx="157163" cy="137319"/>
            <a:chOff x="0" y="0"/>
            <a:chExt cx="812800" cy="711200"/>
          </a:xfrm>
        </p:grpSpPr>
        <p:sp>
          <p:nvSpPr>
            <p:cNvPr id="31" name="Freeform 30">
              <a:extLst>
                <a:ext uri="{FF2B5EF4-FFF2-40B4-BE49-F238E27FC236}">
                  <a16:creationId xmlns:a16="http://schemas.microsoft.com/office/drawing/2014/main" id="{3FA5FE36-AF47-47D5-7C6B-B6E1C4461FE5}"/>
                </a:ext>
              </a:extLst>
            </p:cNvPr>
            <p:cNvSpPr>
              <a:spLocks/>
            </p:cNvSpPr>
            <p:nvPr/>
          </p:nvSpPr>
          <p:spPr bwMode="auto">
            <a:xfrm>
              <a:off x="0" y="0"/>
              <a:ext cx="812800" cy="711200"/>
            </a:xfrm>
            <a:custGeom>
              <a:avLst/>
              <a:gdLst>
                <a:gd name="T0" fmla="*/ 406400 w 812800"/>
                <a:gd name="T1" fmla="*/ 711200 h 711200"/>
                <a:gd name="T2" fmla="*/ 812800 w 812800"/>
                <a:gd name="T3" fmla="*/ 0 h 711200"/>
                <a:gd name="T4" fmla="*/ 0 w 812800"/>
                <a:gd name="T5" fmla="*/ 0 h 711200"/>
                <a:gd name="T6" fmla="*/ 406400 w 812800"/>
                <a:gd name="T7" fmla="*/ 711200 h 711200"/>
              </a:gdLst>
              <a:ahLst/>
              <a:cxnLst>
                <a:cxn ang="0">
                  <a:pos x="T0" y="T1"/>
                </a:cxn>
                <a:cxn ang="0">
                  <a:pos x="T2" y="T3"/>
                </a:cxn>
                <a:cxn ang="0">
                  <a:pos x="T4" y="T5"/>
                </a:cxn>
                <a:cxn ang="0">
                  <a:pos x="T6" y="T7"/>
                </a:cxn>
              </a:cxnLst>
              <a:rect l="0" t="0" r="r" b="b"/>
              <a:pathLst>
                <a:path w="812800" h="711200">
                  <a:moveTo>
                    <a:pt x="406400" y="711200"/>
                  </a:moveTo>
                  <a:lnTo>
                    <a:pt x="812800" y="0"/>
                  </a:lnTo>
                  <a:lnTo>
                    <a:pt x="0" y="0"/>
                  </a:lnTo>
                  <a:lnTo>
                    <a:pt x="406400" y="711200"/>
                  </a:lnTo>
                  <a:close/>
                </a:path>
              </a:pathLst>
            </a:custGeom>
            <a:solidFill>
              <a:srgbClr val="0CC0D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TextBox 31">
              <a:extLst>
                <a:ext uri="{FF2B5EF4-FFF2-40B4-BE49-F238E27FC236}">
                  <a16:creationId xmlns:a16="http://schemas.microsoft.com/office/drawing/2014/main" id="{AA6BA926-85C7-116A-357C-AA72D69D1088}"/>
                </a:ext>
              </a:extLst>
            </p:cNvPr>
            <p:cNvSpPr txBox="1">
              <a:spLocks noChangeArrowheads="1"/>
            </p:cNvSpPr>
            <p:nvPr/>
          </p:nvSpPr>
          <p:spPr bwMode="auto">
            <a:xfrm>
              <a:off x="127000" y="3175"/>
              <a:ext cx="5588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grpSp>
      <p:sp>
        <p:nvSpPr>
          <p:cNvPr id="33" name="TextBox 32">
            <a:extLst>
              <a:ext uri="{FF2B5EF4-FFF2-40B4-BE49-F238E27FC236}">
                <a16:creationId xmlns:a16="http://schemas.microsoft.com/office/drawing/2014/main" id="{61F07801-C597-A3DA-D6A7-B5663310C14B}"/>
              </a:ext>
            </a:extLst>
          </p:cNvPr>
          <p:cNvSpPr txBox="1">
            <a:spLocks noChangeArrowheads="1"/>
          </p:cNvSpPr>
          <p:nvPr/>
        </p:nvSpPr>
        <p:spPr bwMode="auto">
          <a:xfrm>
            <a:off x="4674394" y="3486150"/>
            <a:ext cx="1762125"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r>
              <a:rPr lang="en-US" altLang="en-US" sz="1000" b="1">
                <a:solidFill>
                  <a:srgbClr val="0D0D0D"/>
                </a:solidFill>
                <a:latin typeface="Poppins Bold" pitchFamily="2" charset="77"/>
                <a:ea typeface="Poppins Bold" pitchFamily="2" charset="77"/>
                <a:cs typeface="Poppins Bold" pitchFamily="2" charset="77"/>
                <a:sym typeface="Poppins Bold" pitchFamily="2" charset="77"/>
              </a:rPr>
              <a:t>eCOA</a:t>
            </a:r>
          </a:p>
        </p:txBody>
      </p:sp>
      <p:sp>
        <p:nvSpPr>
          <p:cNvPr id="34" name="TextBox 33">
            <a:extLst>
              <a:ext uri="{FF2B5EF4-FFF2-40B4-BE49-F238E27FC236}">
                <a16:creationId xmlns:a16="http://schemas.microsoft.com/office/drawing/2014/main" id="{2D1FCD21-5013-E91A-494D-2B2D2106E8D4}"/>
              </a:ext>
            </a:extLst>
          </p:cNvPr>
          <p:cNvSpPr txBox="1">
            <a:spLocks noChangeArrowheads="1"/>
          </p:cNvSpPr>
          <p:nvPr/>
        </p:nvSpPr>
        <p:spPr bwMode="auto">
          <a:xfrm>
            <a:off x="2772569" y="3317875"/>
            <a:ext cx="20931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r>
              <a:rPr lang="en-US" altLang="en-US" sz="1000" b="1">
                <a:solidFill>
                  <a:srgbClr val="000000"/>
                </a:solidFill>
                <a:latin typeface="Poppins Bold" pitchFamily="2" charset="77"/>
                <a:ea typeface="Poppins Bold" pitchFamily="2" charset="77"/>
                <a:cs typeface="Poppins Bold" pitchFamily="2" charset="77"/>
                <a:sym typeface="Poppins Bold" pitchFamily="2" charset="77"/>
              </a:rPr>
              <a:t>Data </a:t>
            </a:r>
          </a:p>
          <a:p>
            <a:pPr algn="ctr" eaLnBrk="1" hangingPunct="1"/>
            <a:r>
              <a:rPr lang="en-US" altLang="en-US" sz="1000" b="1">
                <a:solidFill>
                  <a:srgbClr val="000000"/>
                </a:solidFill>
                <a:latin typeface="Poppins Bold" pitchFamily="2" charset="77"/>
                <a:ea typeface="Poppins Bold" pitchFamily="2" charset="77"/>
                <a:cs typeface="Poppins Bold" pitchFamily="2" charset="77"/>
                <a:sym typeface="Poppins Bold" pitchFamily="2" charset="77"/>
              </a:rPr>
              <a:t>Quality </a:t>
            </a:r>
          </a:p>
          <a:p>
            <a:pPr algn="ctr" eaLnBrk="1" hangingPunct="1"/>
            <a:r>
              <a:rPr lang="en-US" altLang="en-US" sz="1000" b="1">
                <a:solidFill>
                  <a:srgbClr val="000000"/>
                </a:solidFill>
                <a:latin typeface="Poppins Bold" pitchFamily="2" charset="77"/>
                <a:ea typeface="Poppins Bold" pitchFamily="2" charset="77"/>
                <a:cs typeface="Poppins Bold" pitchFamily="2" charset="77"/>
                <a:sym typeface="Poppins Bold" pitchFamily="2" charset="77"/>
              </a:rPr>
              <a:t>Management </a:t>
            </a:r>
          </a:p>
        </p:txBody>
      </p:sp>
      <p:grpSp>
        <p:nvGrpSpPr>
          <p:cNvPr id="35" name="Group 40">
            <a:extLst>
              <a:ext uri="{FF2B5EF4-FFF2-40B4-BE49-F238E27FC236}">
                <a16:creationId xmlns:a16="http://schemas.microsoft.com/office/drawing/2014/main" id="{234C64CC-F003-6E99-0614-ECCC1E0FD306}"/>
              </a:ext>
            </a:extLst>
          </p:cNvPr>
          <p:cNvGrpSpPr>
            <a:grpSpLocks/>
          </p:cNvGrpSpPr>
          <p:nvPr/>
        </p:nvGrpSpPr>
        <p:grpSpPr bwMode="auto">
          <a:xfrm rot="-8850200">
            <a:off x="3067050" y="2884488"/>
            <a:ext cx="157957" cy="137319"/>
            <a:chOff x="0" y="0"/>
            <a:chExt cx="812800" cy="711200"/>
          </a:xfrm>
        </p:grpSpPr>
        <p:sp>
          <p:nvSpPr>
            <p:cNvPr id="36" name="Freeform 41">
              <a:extLst>
                <a:ext uri="{FF2B5EF4-FFF2-40B4-BE49-F238E27FC236}">
                  <a16:creationId xmlns:a16="http://schemas.microsoft.com/office/drawing/2014/main" id="{2CF64C01-047E-8E56-3677-0B626A5442E2}"/>
                </a:ext>
              </a:extLst>
            </p:cNvPr>
            <p:cNvSpPr>
              <a:spLocks/>
            </p:cNvSpPr>
            <p:nvPr/>
          </p:nvSpPr>
          <p:spPr bwMode="auto">
            <a:xfrm>
              <a:off x="0" y="0"/>
              <a:ext cx="812800" cy="711200"/>
            </a:xfrm>
            <a:custGeom>
              <a:avLst/>
              <a:gdLst>
                <a:gd name="T0" fmla="*/ 406400 w 812800"/>
                <a:gd name="T1" fmla="*/ 711200 h 711200"/>
                <a:gd name="T2" fmla="*/ 812800 w 812800"/>
                <a:gd name="T3" fmla="*/ 0 h 711200"/>
                <a:gd name="T4" fmla="*/ 0 w 812800"/>
                <a:gd name="T5" fmla="*/ 0 h 711200"/>
                <a:gd name="T6" fmla="*/ 406400 w 812800"/>
                <a:gd name="T7" fmla="*/ 711200 h 711200"/>
              </a:gdLst>
              <a:ahLst/>
              <a:cxnLst>
                <a:cxn ang="0">
                  <a:pos x="T0" y="T1"/>
                </a:cxn>
                <a:cxn ang="0">
                  <a:pos x="T2" y="T3"/>
                </a:cxn>
                <a:cxn ang="0">
                  <a:pos x="T4" y="T5"/>
                </a:cxn>
                <a:cxn ang="0">
                  <a:pos x="T6" y="T7"/>
                </a:cxn>
              </a:cxnLst>
              <a:rect l="0" t="0" r="r" b="b"/>
              <a:pathLst>
                <a:path w="812800" h="711200">
                  <a:moveTo>
                    <a:pt x="406400" y="711200"/>
                  </a:moveTo>
                  <a:lnTo>
                    <a:pt x="812800" y="0"/>
                  </a:lnTo>
                  <a:lnTo>
                    <a:pt x="0" y="0"/>
                  </a:lnTo>
                  <a:lnTo>
                    <a:pt x="406400" y="711200"/>
                  </a:lnTo>
                  <a:close/>
                </a:path>
              </a:pathLst>
            </a:custGeom>
            <a:solidFill>
              <a:srgbClr val="F4BA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 name="TextBox 42">
              <a:extLst>
                <a:ext uri="{FF2B5EF4-FFF2-40B4-BE49-F238E27FC236}">
                  <a16:creationId xmlns:a16="http://schemas.microsoft.com/office/drawing/2014/main" id="{F98D4F5D-D5F1-8EC2-031F-896E99FDF708}"/>
                </a:ext>
              </a:extLst>
            </p:cNvPr>
            <p:cNvSpPr txBox="1">
              <a:spLocks noChangeArrowheads="1"/>
            </p:cNvSpPr>
            <p:nvPr/>
          </p:nvSpPr>
          <p:spPr bwMode="auto">
            <a:xfrm>
              <a:off x="127000" y="3175"/>
              <a:ext cx="5588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grpSp>
      <p:sp>
        <p:nvSpPr>
          <p:cNvPr id="38" name="Freeform 16">
            <a:extLst>
              <a:ext uri="{FF2B5EF4-FFF2-40B4-BE49-F238E27FC236}">
                <a16:creationId xmlns:a16="http://schemas.microsoft.com/office/drawing/2014/main" id="{276C22D7-8AB3-3963-1EAA-85A84A62BBF1}"/>
              </a:ext>
            </a:extLst>
          </p:cNvPr>
          <p:cNvSpPr/>
          <p:nvPr/>
        </p:nvSpPr>
        <p:spPr>
          <a:xfrm rot="7321782">
            <a:off x="5397546" y="3960707"/>
            <a:ext cx="1066698" cy="566683"/>
          </a:xfrm>
          <a:custGeom>
            <a:avLst/>
            <a:gdLst/>
            <a:ahLst/>
            <a:cxnLst/>
            <a:rect l="l" t="t" r="r" b="b"/>
            <a:pathLst>
              <a:path w="2133395" h="1133366">
                <a:moveTo>
                  <a:pt x="0" y="0"/>
                </a:moveTo>
                <a:lnTo>
                  <a:pt x="2133395" y="0"/>
                </a:lnTo>
                <a:lnTo>
                  <a:pt x="2133395" y="1133366"/>
                </a:lnTo>
                <a:lnTo>
                  <a:pt x="0" y="1133366"/>
                </a:lnTo>
                <a:lnTo>
                  <a:pt x="0" y="0"/>
                </a:lnTo>
                <a:close/>
              </a:path>
            </a:pathLst>
          </a:custGeom>
          <a:blipFill>
            <a:blip r:embed="rId8"/>
            <a:stretch>
              <a:fillRect/>
            </a:stretch>
          </a:blipFill>
        </p:spPr>
        <p:txBody>
          <a:bodyPr/>
          <a:lstStyle/>
          <a:p>
            <a:pPr eaLnBrk="1" fontAlgn="auto" hangingPunct="1">
              <a:spcBef>
                <a:spcPts val="0"/>
              </a:spcBef>
              <a:spcAft>
                <a:spcPts val="0"/>
              </a:spcAft>
              <a:defRPr/>
            </a:pPr>
            <a:endParaRPr lang="en-GB">
              <a:latin typeface="+mn-lt"/>
            </a:endParaRPr>
          </a:p>
        </p:txBody>
      </p:sp>
      <p:grpSp>
        <p:nvGrpSpPr>
          <p:cNvPr id="39" name="Group 37">
            <a:extLst>
              <a:ext uri="{FF2B5EF4-FFF2-40B4-BE49-F238E27FC236}">
                <a16:creationId xmlns:a16="http://schemas.microsoft.com/office/drawing/2014/main" id="{0AF4D27F-84F0-2273-3E41-086B9F5D7D34}"/>
              </a:ext>
            </a:extLst>
          </p:cNvPr>
          <p:cNvGrpSpPr>
            <a:grpSpLocks/>
          </p:cNvGrpSpPr>
          <p:nvPr/>
        </p:nvGrpSpPr>
        <p:grpSpPr bwMode="auto">
          <a:xfrm rot="5678780">
            <a:off x="5319713" y="4478338"/>
            <a:ext cx="157163" cy="138113"/>
            <a:chOff x="0" y="0"/>
            <a:chExt cx="812800" cy="711200"/>
          </a:xfrm>
        </p:grpSpPr>
        <p:sp>
          <p:nvSpPr>
            <p:cNvPr id="40" name="Freeform 38">
              <a:extLst>
                <a:ext uri="{FF2B5EF4-FFF2-40B4-BE49-F238E27FC236}">
                  <a16:creationId xmlns:a16="http://schemas.microsoft.com/office/drawing/2014/main" id="{832F5344-FDE5-D24B-661C-D98C29CC6C17}"/>
                </a:ext>
              </a:extLst>
            </p:cNvPr>
            <p:cNvSpPr>
              <a:spLocks/>
            </p:cNvSpPr>
            <p:nvPr/>
          </p:nvSpPr>
          <p:spPr bwMode="auto">
            <a:xfrm>
              <a:off x="0" y="0"/>
              <a:ext cx="812800" cy="711200"/>
            </a:xfrm>
            <a:custGeom>
              <a:avLst/>
              <a:gdLst>
                <a:gd name="T0" fmla="*/ 406400 w 812800"/>
                <a:gd name="T1" fmla="*/ 711200 h 711200"/>
                <a:gd name="T2" fmla="*/ 812800 w 812800"/>
                <a:gd name="T3" fmla="*/ 0 h 711200"/>
                <a:gd name="T4" fmla="*/ 0 w 812800"/>
                <a:gd name="T5" fmla="*/ 0 h 711200"/>
                <a:gd name="T6" fmla="*/ 406400 w 812800"/>
                <a:gd name="T7" fmla="*/ 711200 h 711200"/>
              </a:gdLst>
              <a:ahLst/>
              <a:cxnLst>
                <a:cxn ang="0">
                  <a:pos x="T0" y="T1"/>
                </a:cxn>
                <a:cxn ang="0">
                  <a:pos x="T2" y="T3"/>
                </a:cxn>
                <a:cxn ang="0">
                  <a:pos x="T4" y="T5"/>
                </a:cxn>
                <a:cxn ang="0">
                  <a:pos x="T6" y="T7"/>
                </a:cxn>
              </a:cxnLst>
              <a:rect l="0" t="0" r="r" b="b"/>
              <a:pathLst>
                <a:path w="812800" h="711200">
                  <a:moveTo>
                    <a:pt x="406400" y="711200"/>
                  </a:moveTo>
                  <a:lnTo>
                    <a:pt x="812800" y="0"/>
                  </a:lnTo>
                  <a:lnTo>
                    <a:pt x="0" y="0"/>
                  </a:lnTo>
                  <a:lnTo>
                    <a:pt x="406400" y="711200"/>
                  </a:lnTo>
                  <a:close/>
                </a:path>
              </a:pathLst>
            </a:custGeom>
            <a:solidFill>
              <a:srgbClr val="FFFFF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 name="TextBox 39">
              <a:extLst>
                <a:ext uri="{FF2B5EF4-FFF2-40B4-BE49-F238E27FC236}">
                  <a16:creationId xmlns:a16="http://schemas.microsoft.com/office/drawing/2014/main" id="{C356F054-D961-7061-CDD6-5539AE82579A}"/>
                </a:ext>
              </a:extLst>
            </p:cNvPr>
            <p:cNvSpPr txBox="1">
              <a:spLocks noChangeArrowheads="1"/>
            </p:cNvSpPr>
            <p:nvPr/>
          </p:nvSpPr>
          <p:spPr bwMode="auto">
            <a:xfrm>
              <a:off x="127000" y="3175"/>
              <a:ext cx="5588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0800" tIns="50800" rIns="50800" bIns="508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grpSp>
      <p:sp>
        <p:nvSpPr>
          <p:cNvPr id="6" name="Text Placeholder 5"/>
          <p:cNvSpPr>
            <a:spLocks noGrp="1"/>
          </p:cNvSpPr>
          <p:nvPr>
            <p:ph type="body" sz="quarter" idx="13"/>
          </p:nvPr>
        </p:nvSpPr>
        <p:spPr>
          <a:xfrm>
            <a:off x="657736" y="1795164"/>
            <a:ext cx="3096419" cy="3937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5"/>
          <p:cNvSpPr>
            <a:spLocks noGrp="1"/>
          </p:cNvSpPr>
          <p:nvPr>
            <p:ph type="body" sz="quarter" idx="14"/>
          </p:nvPr>
        </p:nvSpPr>
        <p:spPr>
          <a:xfrm>
            <a:off x="741453" y="3435323"/>
            <a:ext cx="2336687" cy="3937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Text Placeholder 5"/>
          <p:cNvSpPr>
            <a:spLocks noGrp="1"/>
          </p:cNvSpPr>
          <p:nvPr>
            <p:ph type="body" sz="quarter" idx="15"/>
          </p:nvPr>
        </p:nvSpPr>
        <p:spPr>
          <a:xfrm>
            <a:off x="6272375" y="2862820"/>
            <a:ext cx="2147371" cy="3937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2" name="Slide Number Placeholder 5">
            <a:extLst>
              <a:ext uri="{FF2B5EF4-FFF2-40B4-BE49-F238E27FC236}">
                <a16:creationId xmlns:a16="http://schemas.microsoft.com/office/drawing/2014/main" id="{129C1A78-0958-8E9C-1748-5A846B35A704}"/>
              </a:ext>
            </a:extLst>
          </p:cNvPr>
          <p:cNvSpPr>
            <a:spLocks noGrp="1"/>
          </p:cNvSpPr>
          <p:nvPr>
            <p:ph type="sldNum" sz="quarter" idx="16"/>
          </p:nvPr>
        </p:nvSpPr>
        <p:spPr>
          <a:xfrm>
            <a:off x="419100" y="4811713"/>
            <a:ext cx="4953000" cy="273844"/>
          </a:xfrm>
        </p:spPr>
        <p:txBody>
          <a:bodyPr/>
          <a:lstStyle>
            <a:lvl1pPr algn="l">
              <a:lnSpc>
                <a:spcPct val="100000"/>
              </a:lnSpc>
              <a:defRPr lang="en-GB" sz="600" kern="1200" smtClean="0">
                <a:solidFill>
                  <a:schemeClr val="bg1"/>
                </a:solidFill>
                <a:latin typeface="+mn-lt"/>
                <a:ea typeface="Neue Montreal"/>
                <a:cs typeface="Neue Montreal"/>
              </a:defRPr>
            </a:lvl1pPr>
          </a:lstStyle>
          <a:p>
            <a:pPr>
              <a:defRPr/>
            </a:pPr>
            <a:fld id="{37E44E20-44F8-AB49-B18E-06F9E9B5997D}" type="slidenum">
              <a:rPr lang="en-US"/>
              <a:pPr>
                <a:defRPr/>
              </a:pPr>
              <a:t>‹#›</a:t>
            </a:fld>
            <a:r>
              <a:rPr lang="en-US"/>
              <a:t> | PRIVATE AND CONFIDENTIAL | © Cambridge Cognition </a:t>
            </a:r>
            <a:fld id="{3AD53894-0F87-7B4D-B0DE-8594365A1A3A}" type="datetimeyyyy">
              <a:rPr lang="en-US"/>
              <a:pPr>
                <a:defRPr/>
              </a:pPr>
              <a:t>2026</a:t>
            </a:fld>
            <a:r>
              <a:rPr lang="en-US"/>
              <a:t>. All rights reserved. </a:t>
            </a:r>
          </a:p>
        </p:txBody>
      </p:sp>
    </p:spTree>
    <p:extLst>
      <p:ext uri="{BB962C8B-B14F-4D97-AF65-F5344CB8AC3E}">
        <p14:creationId xmlns:p14="http://schemas.microsoft.com/office/powerpoint/2010/main" val="34314636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p:bg>
      <p:bgPr>
        <a:solidFill>
          <a:srgbClr val="153E6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835EF-32F2-49F3-4A16-0B28F2D6DD3C}"/>
              </a:ext>
            </a:extLst>
          </p:cNvPr>
          <p:cNvSpPr txBox="1">
            <a:spLocks/>
          </p:cNvSpPr>
          <p:nvPr/>
        </p:nvSpPr>
        <p:spPr>
          <a:xfrm>
            <a:off x="428625" y="1219994"/>
            <a:ext cx="7122319" cy="1865313"/>
          </a:xfrm>
          <a:prstGeom prst="rect">
            <a:avLst/>
          </a:prstGeom>
        </p:spPr>
        <p:txBody>
          <a:bodyPr anchor="b">
            <a:normAutofit/>
          </a:bodyPr>
          <a:lstStyle>
            <a:lvl1pPr algn="l" defTabSz="914400" rtl="0" eaLnBrk="1" latinLnBrk="0" hangingPunct="1">
              <a:lnSpc>
                <a:spcPct val="100000"/>
              </a:lnSpc>
              <a:spcBef>
                <a:spcPct val="0"/>
              </a:spcBef>
              <a:buNone/>
              <a:defRPr lang="en-GB" sz="9299" kern="1200" dirty="0">
                <a:solidFill>
                  <a:srgbClr val="FFFFFF"/>
                </a:solidFill>
                <a:latin typeface="+mj-lt"/>
                <a:ea typeface="Poppins"/>
                <a:cs typeface="Poppins"/>
              </a:defRPr>
            </a:lvl1pPr>
          </a:lstStyle>
          <a:p>
            <a:pPr fontAlgn="auto">
              <a:spcAft>
                <a:spcPts val="0"/>
              </a:spcAft>
              <a:defRPr/>
            </a:pPr>
            <a:r>
              <a:rPr lang="en-US" sz="4650"/>
              <a:t>Thank You </a:t>
            </a:r>
          </a:p>
        </p:txBody>
      </p:sp>
      <p:sp>
        <p:nvSpPr>
          <p:cNvPr id="3" name="Freeform 8">
            <a:extLst>
              <a:ext uri="{FF2B5EF4-FFF2-40B4-BE49-F238E27FC236}">
                <a16:creationId xmlns:a16="http://schemas.microsoft.com/office/drawing/2014/main" id="{9BDBEDF0-34E5-8D47-79D4-6BF4B1FF1EB5}"/>
              </a:ext>
            </a:extLst>
          </p:cNvPr>
          <p:cNvSpPr/>
          <p:nvPr/>
        </p:nvSpPr>
        <p:spPr>
          <a:xfrm>
            <a:off x="0" y="0"/>
            <a:ext cx="9144000" cy="2239165"/>
          </a:xfrm>
          <a:custGeom>
            <a:avLst/>
            <a:gdLst/>
            <a:ahLst/>
            <a:cxnLst/>
            <a:rect l="l" t="t" r="r" b="b"/>
            <a:pathLst>
              <a:path w="24136232" h="5241907">
                <a:moveTo>
                  <a:pt x="0" y="0"/>
                </a:moveTo>
                <a:lnTo>
                  <a:pt x="24136231" y="0"/>
                </a:lnTo>
                <a:lnTo>
                  <a:pt x="24136231" y="5241906"/>
                </a:lnTo>
                <a:lnTo>
                  <a:pt x="0" y="5241906"/>
                </a:lnTo>
                <a:lnTo>
                  <a:pt x="0" y="0"/>
                </a:lnTo>
                <a:close/>
              </a:path>
            </a:pathLst>
          </a:custGeom>
          <a:blipFill>
            <a:blip r:embed="rId2"/>
            <a:stretch>
              <a:fillRect l="-24276" t="-17050" r="-25594" b="-1"/>
            </a:stretch>
          </a:blipFill>
        </p:spPr>
        <p:txBody>
          <a:bodyPr/>
          <a:lstStyle/>
          <a:p>
            <a:pPr eaLnBrk="1" fontAlgn="auto" hangingPunct="1">
              <a:spcBef>
                <a:spcPts val="0"/>
              </a:spcBef>
              <a:spcAft>
                <a:spcPts val="0"/>
              </a:spcAft>
              <a:defRPr/>
            </a:pPr>
            <a:endParaRPr lang="en-GB">
              <a:latin typeface="+mn-lt"/>
            </a:endParaRPr>
          </a:p>
        </p:txBody>
      </p:sp>
      <p:sp>
        <p:nvSpPr>
          <p:cNvPr id="4" name="Freeform 3">
            <a:extLst>
              <a:ext uri="{FF2B5EF4-FFF2-40B4-BE49-F238E27FC236}">
                <a16:creationId xmlns:a16="http://schemas.microsoft.com/office/drawing/2014/main" id="{E0181E87-5800-880E-11EA-85C5F8C22194}"/>
              </a:ext>
            </a:extLst>
          </p:cNvPr>
          <p:cNvSpPr>
            <a:spLocks/>
          </p:cNvSpPr>
          <p:nvPr/>
        </p:nvSpPr>
        <p:spPr bwMode="auto">
          <a:xfrm>
            <a:off x="7580313" y="209550"/>
            <a:ext cx="1144588" cy="392113"/>
          </a:xfrm>
          <a:custGeom>
            <a:avLst/>
            <a:gdLst>
              <a:gd name="T0" fmla="*/ 103367 w 863729"/>
              <a:gd name="T1" fmla="*/ 0 h 206735"/>
              <a:gd name="T2" fmla="*/ 760362 w 863729"/>
              <a:gd name="T3" fmla="*/ 0 h 206735"/>
              <a:gd name="T4" fmla="*/ 833453 w 863729"/>
              <a:gd name="T5" fmla="*/ 30276 h 206735"/>
              <a:gd name="T6" fmla="*/ 863729 w 863729"/>
              <a:gd name="T7" fmla="*/ 103367 h 206735"/>
              <a:gd name="T8" fmla="*/ 863729 w 863729"/>
              <a:gd name="T9" fmla="*/ 103367 h 206735"/>
              <a:gd name="T10" fmla="*/ 833453 w 863729"/>
              <a:gd name="T11" fmla="*/ 176459 h 206735"/>
              <a:gd name="T12" fmla="*/ 760362 w 863729"/>
              <a:gd name="T13" fmla="*/ 206735 h 206735"/>
              <a:gd name="T14" fmla="*/ 103367 w 863729"/>
              <a:gd name="T15" fmla="*/ 206735 h 206735"/>
              <a:gd name="T16" fmla="*/ 30276 w 863729"/>
              <a:gd name="T17" fmla="*/ 176459 h 206735"/>
              <a:gd name="T18" fmla="*/ 0 w 863729"/>
              <a:gd name="T19" fmla="*/ 103367 h 206735"/>
              <a:gd name="T20" fmla="*/ 0 w 863729"/>
              <a:gd name="T21" fmla="*/ 103367 h 206735"/>
              <a:gd name="T22" fmla="*/ 30276 w 863729"/>
              <a:gd name="T23" fmla="*/ 30276 h 206735"/>
              <a:gd name="T24" fmla="*/ 103367 w 863729"/>
              <a:gd name="T25" fmla="*/ 0 h 206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3729" h="206735">
                <a:moveTo>
                  <a:pt x="103367" y="0"/>
                </a:moveTo>
                <a:lnTo>
                  <a:pt x="760362" y="0"/>
                </a:lnTo>
                <a:cubicBezTo>
                  <a:pt x="787776" y="0"/>
                  <a:pt x="814068" y="10890"/>
                  <a:pt x="833453" y="30276"/>
                </a:cubicBezTo>
                <a:cubicBezTo>
                  <a:pt x="852838" y="49661"/>
                  <a:pt x="863729" y="75953"/>
                  <a:pt x="863729" y="103367"/>
                </a:cubicBezTo>
                <a:cubicBezTo>
                  <a:pt x="863729" y="130782"/>
                  <a:pt x="852838" y="157074"/>
                  <a:pt x="833453" y="176459"/>
                </a:cubicBezTo>
                <a:cubicBezTo>
                  <a:pt x="814068" y="195844"/>
                  <a:pt x="787776" y="206735"/>
                  <a:pt x="760362" y="206735"/>
                </a:cubicBezTo>
                <a:lnTo>
                  <a:pt x="103367" y="206735"/>
                </a:lnTo>
                <a:cubicBezTo>
                  <a:pt x="75953" y="206735"/>
                  <a:pt x="49661" y="195844"/>
                  <a:pt x="30276" y="176459"/>
                </a:cubicBezTo>
                <a:cubicBezTo>
                  <a:pt x="10890" y="157074"/>
                  <a:pt x="0" y="130782"/>
                  <a:pt x="0" y="103367"/>
                </a:cubicBezTo>
                <a:cubicBezTo>
                  <a:pt x="0" y="75953"/>
                  <a:pt x="10890" y="49661"/>
                  <a:pt x="30276" y="30276"/>
                </a:cubicBezTo>
                <a:cubicBezTo>
                  <a:pt x="49661" y="10890"/>
                  <a:pt x="75953" y="0"/>
                  <a:pt x="103367" y="0"/>
                </a:cubicBezTo>
                <a:close/>
              </a:path>
            </a:pathLst>
          </a:custGeom>
          <a:solidFill>
            <a:srgbClr val="FFC10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 name="Freeform 4">
            <a:extLst>
              <a:ext uri="{FF2B5EF4-FFF2-40B4-BE49-F238E27FC236}">
                <a16:creationId xmlns:a16="http://schemas.microsoft.com/office/drawing/2014/main" id="{C146C06F-E9E3-FC61-FB20-0359AF1E3AE4}"/>
              </a:ext>
            </a:extLst>
          </p:cNvPr>
          <p:cNvSpPr/>
          <p:nvPr/>
        </p:nvSpPr>
        <p:spPr>
          <a:xfrm>
            <a:off x="0" y="3268009"/>
            <a:ext cx="9144000" cy="1870234"/>
          </a:xfrm>
          <a:custGeom>
            <a:avLst/>
            <a:gdLst/>
            <a:ahLst/>
            <a:cxnLst/>
            <a:rect l="l" t="t" r="r" b="b"/>
            <a:pathLst>
              <a:path w="20696700" h="4886325">
                <a:moveTo>
                  <a:pt x="0" y="0"/>
                </a:moveTo>
                <a:lnTo>
                  <a:pt x="20696701" y="0"/>
                </a:lnTo>
                <a:lnTo>
                  <a:pt x="20696701" y="4886325"/>
                </a:lnTo>
                <a:lnTo>
                  <a:pt x="0" y="4886325"/>
                </a:lnTo>
                <a:lnTo>
                  <a:pt x="0" y="0"/>
                </a:lnTo>
                <a:close/>
              </a:path>
            </a:pathLst>
          </a:custGeom>
          <a:blipFill>
            <a:blip r:embed="rId3"/>
            <a:stretch>
              <a:fillRect l="-2958" t="-851" r="-10212" b="-31484"/>
            </a:stretch>
          </a:blipFill>
        </p:spPr>
        <p:txBody>
          <a:bodyPr/>
          <a:lstStyle/>
          <a:p>
            <a:pPr eaLnBrk="1" fontAlgn="auto" hangingPunct="1">
              <a:spcBef>
                <a:spcPts val="0"/>
              </a:spcBef>
              <a:spcAft>
                <a:spcPts val="0"/>
              </a:spcAft>
              <a:defRPr/>
            </a:pPr>
            <a:endParaRPr lang="en-GB">
              <a:latin typeface="+mn-lt"/>
            </a:endParaRPr>
          </a:p>
        </p:txBody>
      </p:sp>
      <p:sp>
        <p:nvSpPr>
          <p:cNvPr id="6" name="TextBox 4">
            <a:extLst>
              <a:ext uri="{FF2B5EF4-FFF2-40B4-BE49-F238E27FC236}">
                <a16:creationId xmlns:a16="http://schemas.microsoft.com/office/drawing/2014/main" id="{49F0776B-772F-EFFC-D203-F9E7E941CC4B}"/>
              </a:ext>
            </a:extLst>
          </p:cNvPr>
          <p:cNvSpPr txBox="1">
            <a:spLocks noChangeArrowheads="1"/>
          </p:cNvSpPr>
          <p:nvPr/>
        </p:nvSpPr>
        <p:spPr bwMode="auto">
          <a:xfrm>
            <a:off x="7085013" y="100807"/>
            <a:ext cx="1639888" cy="500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5400" tIns="25400" rIns="25400" bIns="25400" anchor="ctr"/>
          <a:lstStyle>
            <a:lvl1pPr>
              <a:defRPr>
                <a:solidFill>
                  <a:schemeClr val="tx1"/>
                </a:solidFill>
                <a:latin typeface="Poppins" pitchFamily="2" charset="77"/>
              </a:defRPr>
            </a:lvl1pPr>
            <a:lvl2pPr marL="742950" indent="-285750">
              <a:defRPr>
                <a:solidFill>
                  <a:schemeClr val="tx1"/>
                </a:solidFill>
                <a:latin typeface="Poppins" pitchFamily="2" charset="77"/>
              </a:defRPr>
            </a:lvl2pPr>
            <a:lvl3pPr marL="1143000" indent="-228600">
              <a:defRPr>
                <a:solidFill>
                  <a:schemeClr val="tx1"/>
                </a:solidFill>
                <a:latin typeface="Poppins" pitchFamily="2" charset="77"/>
              </a:defRPr>
            </a:lvl3pPr>
            <a:lvl4pPr marL="1600200" indent="-228600">
              <a:defRPr>
                <a:solidFill>
                  <a:schemeClr val="tx1"/>
                </a:solidFill>
                <a:latin typeface="Poppins" pitchFamily="2" charset="77"/>
              </a:defRPr>
            </a:lvl4pPr>
            <a:lvl5pPr marL="2057400" indent="-228600">
              <a:defRPr>
                <a:solidFill>
                  <a:schemeClr val="tx1"/>
                </a:solidFill>
                <a:latin typeface="Poppins" pitchFamily="2" charset="77"/>
              </a:defRPr>
            </a:lvl5pPr>
            <a:lvl6pPr marL="2514600" indent="-228600" fontAlgn="base">
              <a:spcBef>
                <a:spcPct val="0"/>
              </a:spcBef>
              <a:spcAft>
                <a:spcPct val="0"/>
              </a:spcAft>
              <a:defRPr>
                <a:solidFill>
                  <a:schemeClr val="tx1"/>
                </a:solidFill>
                <a:latin typeface="Poppins" pitchFamily="2" charset="77"/>
              </a:defRPr>
            </a:lvl6pPr>
            <a:lvl7pPr marL="2971800" indent="-228600" fontAlgn="base">
              <a:spcBef>
                <a:spcPct val="0"/>
              </a:spcBef>
              <a:spcAft>
                <a:spcPct val="0"/>
              </a:spcAft>
              <a:defRPr>
                <a:solidFill>
                  <a:schemeClr val="tx1"/>
                </a:solidFill>
                <a:latin typeface="Poppins" pitchFamily="2" charset="77"/>
              </a:defRPr>
            </a:lvl7pPr>
            <a:lvl8pPr marL="3429000" indent="-228600" fontAlgn="base">
              <a:spcBef>
                <a:spcPct val="0"/>
              </a:spcBef>
              <a:spcAft>
                <a:spcPct val="0"/>
              </a:spcAft>
              <a:defRPr>
                <a:solidFill>
                  <a:schemeClr val="tx1"/>
                </a:solidFill>
                <a:latin typeface="Poppins" pitchFamily="2" charset="77"/>
              </a:defRPr>
            </a:lvl8pPr>
            <a:lvl9pPr marL="3886200" indent="-228600" fontAlgn="base">
              <a:spcBef>
                <a:spcPct val="0"/>
              </a:spcBef>
              <a:spcAft>
                <a:spcPct val="0"/>
              </a:spcAft>
              <a:defRPr>
                <a:solidFill>
                  <a:schemeClr val="tx1"/>
                </a:solidFill>
                <a:latin typeface="Poppins" pitchFamily="2" charset="77"/>
              </a:defRPr>
            </a:lvl9pPr>
          </a:lstStyle>
          <a:p>
            <a:pPr algn="ctr" eaLnBrk="1" hangingPunct="1"/>
            <a:endParaRPr lang="en-US" altLang="en-US"/>
          </a:p>
        </p:txBody>
      </p:sp>
      <p:sp>
        <p:nvSpPr>
          <p:cNvPr id="7" name="Freeform 6">
            <a:extLst>
              <a:ext uri="{FF2B5EF4-FFF2-40B4-BE49-F238E27FC236}">
                <a16:creationId xmlns:a16="http://schemas.microsoft.com/office/drawing/2014/main" id="{6D92435F-D2AE-9DFF-B07A-4E893331EDFF}"/>
              </a:ext>
            </a:extLst>
          </p:cNvPr>
          <p:cNvSpPr>
            <a:spLocks/>
          </p:cNvSpPr>
          <p:nvPr/>
        </p:nvSpPr>
        <p:spPr bwMode="auto">
          <a:xfrm>
            <a:off x="7752557" y="345282"/>
            <a:ext cx="120650" cy="120650"/>
          </a:xfrm>
          <a:custGeom>
            <a:avLst/>
            <a:gdLst>
              <a:gd name="T0" fmla="*/ 406400 w 812800"/>
              <a:gd name="T1" fmla="*/ 0 h 812800"/>
              <a:gd name="T2" fmla="*/ 0 w 812800"/>
              <a:gd name="T3" fmla="*/ 406400 h 812800"/>
              <a:gd name="T4" fmla="*/ 406400 w 812800"/>
              <a:gd name="T5" fmla="*/ 812800 h 812800"/>
              <a:gd name="T6" fmla="*/ 812800 w 812800"/>
              <a:gd name="T7" fmla="*/ 406400 h 812800"/>
              <a:gd name="T8" fmla="*/ 406400 w 812800"/>
              <a:gd name="T9" fmla="*/ 0 h 812800"/>
            </a:gdLst>
            <a:ahLst/>
            <a:cxnLst>
              <a:cxn ang="0">
                <a:pos x="T0" y="T1"/>
              </a:cxn>
              <a:cxn ang="0">
                <a:pos x="T2" y="T3"/>
              </a:cxn>
              <a:cxn ang="0">
                <a:pos x="T4" y="T5"/>
              </a:cxn>
              <a:cxn ang="0">
                <a:pos x="T6" y="T7"/>
              </a:cxn>
              <a:cxn ang="0">
                <a:pos x="T8" y="T9"/>
              </a:cxn>
            </a:cxnLst>
            <a:rect l="0" t="0"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 name="Freeform 10">
            <a:extLst>
              <a:ext uri="{FF2B5EF4-FFF2-40B4-BE49-F238E27FC236}">
                <a16:creationId xmlns:a16="http://schemas.microsoft.com/office/drawing/2014/main" id="{A23566EB-BC39-45BD-1AEC-9195BC96999F}"/>
              </a:ext>
            </a:extLst>
          </p:cNvPr>
          <p:cNvSpPr>
            <a:spLocks/>
          </p:cNvSpPr>
          <p:nvPr/>
        </p:nvSpPr>
        <p:spPr bwMode="auto">
          <a:xfrm>
            <a:off x="7493794" y="4199732"/>
            <a:ext cx="1345406" cy="848519"/>
          </a:xfrm>
          <a:custGeom>
            <a:avLst/>
            <a:gdLst>
              <a:gd name="T0" fmla="*/ 0 w 2690068"/>
              <a:gd name="T1" fmla="*/ 0 h 1696840"/>
              <a:gd name="T2" fmla="*/ 2690068 w 2690068"/>
              <a:gd name="T3" fmla="*/ 0 h 1696840"/>
              <a:gd name="T4" fmla="*/ 2690068 w 2690068"/>
              <a:gd name="T5" fmla="*/ 1696839 h 1696840"/>
              <a:gd name="T6" fmla="*/ 0 w 2690068"/>
              <a:gd name="T7" fmla="*/ 1696839 h 1696840"/>
              <a:gd name="T8" fmla="*/ 0 w 2690068"/>
              <a:gd name="T9" fmla="*/ 0 h 1696840"/>
            </a:gdLst>
            <a:ahLst/>
            <a:cxnLst>
              <a:cxn ang="0">
                <a:pos x="T0" y="T1"/>
              </a:cxn>
              <a:cxn ang="0">
                <a:pos x="T2" y="T3"/>
              </a:cxn>
              <a:cxn ang="0">
                <a:pos x="T4" y="T5"/>
              </a:cxn>
              <a:cxn ang="0">
                <a:pos x="T6" y="T7"/>
              </a:cxn>
              <a:cxn ang="0">
                <a:pos x="T8" y="T9"/>
              </a:cxn>
            </a:cxnLst>
            <a:rect l="0" t="0" r="r" b="b"/>
            <a:pathLst>
              <a:path w="2690068" h="1696840">
                <a:moveTo>
                  <a:pt x="0" y="0"/>
                </a:moveTo>
                <a:lnTo>
                  <a:pt x="2690068" y="0"/>
                </a:lnTo>
                <a:lnTo>
                  <a:pt x="2690068" y="1696839"/>
                </a:lnTo>
                <a:lnTo>
                  <a:pt x="0" y="1696839"/>
                </a:lnTo>
                <a:lnTo>
                  <a:pt x="0" y="0"/>
                </a:lnTo>
                <a:close/>
              </a:path>
            </a:pathLst>
          </a:cu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 name="Subtitle 2"/>
          <p:cNvSpPr>
            <a:spLocks noGrp="1"/>
          </p:cNvSpPr>
          <p:nvPr>
            <p:ph type="subTitle" idx="1"/>
          </p:nvPr>
        </p:nvSpPr>
        <p:spPr>
          <a:xfrm>
            <a:off x="427987" y="3085276"/>
            <a:ext cx="7122465" cy="1581974"/>
          </a:xfrm>
        </p:spPr>
        <p:txBody>
          <a:bodyPr>
            <a:normAutofit/>
          </a:bodyPr>
          <a:lstStyle>
            <a:lvl1pPr marL="0" indent="0" algn="l">
              <a:lnSpc>
                <a:spcPct val="100000"/>
              </a:lnSpc>
              <a:buNone/>
              <a:defRPr lang="en-GB" sz="1200" kern="1200" dirty="0">
                <a:solidFill>
                  <a:srgbClr val="FFC102"/>
                </a:solidFill>
                <a:latin typeface="Poppins"/>
                <a:ea typeface="Poppins"/>
                <a:cs typeface="Poppins"/>
              </a:defRPr>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en-GB"/>
              <a:t>Click to edit Master subtitle style</a:t>
            </a:r>
            <a:endParaRPr lang="en-US"/>
          </a:p>
        </p:txBody>
      </p:sp>
      <p:sp>
        <p:nvSpPr>
          <p:cNvPr id="9" name="Date Placeholder 2">
            <a:extLst>
              <a:ext uri="{FF2B5EF4-FFF2-40B4-BE49-F238E27FC236}">
                <a16:creationId xmlns:a16="http://schemas.microsoft.com/office/drawing/2014/main" id="{D852C485-05F7-A0C0-91DC-C4ABE2257547}"/>
              </a:ext>
            </a:extLst>
          </p:cNvPr>
          <p:cNvSpPr>
            <a:spLocks noGrp="1"/>
          </p:cNvSpPr>
          <p:nvPr>
            <p:ph type="dt" sz="half" idx="10"/>
          </p:nvPr>
        </p:nvSpPr>
        <p:spPr>
          <a:xfrm>
            <a:off x="8045450" y="273844"/>
            <a:ext cx="565150" cy="273844"/>
          </a:xfrm>
        </p:spPr>
        <p:txBody>
          <a:bodyPr tIns="0" bIns="0"/>
          <a:lstStyle>
            <a:lvl1pPr>
              <a:lnSpc>
                <a:spcPct val="100000"/>
              </a:lnSpc>
              <a:defRPr lang="en-GB" sz="1050" kern="1200" smtClean="0">
                <a:solidFill>
                  <a:srgbClr val="0D0D0D"/>
                </a:solidFill>
                <a:latin typeface="Poppins"/>
                <a:ea typeface="Poppins"/>
                <a:cs typeface="Poppins"/>
              </a:defRPr>
            </a:lvl1pPr>
          </a:lstStyle>
          <a:p>
            <a:pPr>
              <a:defRPr/>
            </a:pPr>
            <a:fld id="{5BCCB21C-0290-6E4D-AAE9-346DA473A440}" type="datetimeyyyy">
              <a:rPr lang="en-US"/>
              <a:pPr>
                <a:defRPr/>
              </a:pPr>
              <a:t>2026</a:t>
            </a:fld>
            <a:endParaRPr lang="en-US"/>
          </a:p>
        </p:txBody>
      </p:sp>
    </p:spTree>
    <p:extLst>
      <p:ext uri="{BB962C8B-B14F-4D97-AF65-F5344CB8AC3E}">
        <p14:creationId xmlns:p14="http://schemas.microsoft.com/office/powerpoint/2010/main" val="7877586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White">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77CF373A-6167-9A58-3A82-E52B352F8C29}"/>
              </a:ext>
            </a:extLst>
          </p:cNvPr>
          <p:cNvSpPr/>
          <p:nvPr/>
        </p:nvSpPr>
        <p:spPr>
          <a:xfrm>
            <a:off x="0" y="0"/>
            <a:ext cx="9144000" cy="1558290"/>
          </a:xfrm>
          <a:custGeom>
            <a:avLst/>
            <a:gdLst/>
            <a:ahLst/>
            <a:cxnLst/>
            <a:rect l="l" t="t" r="r" b="b"/>
            <a:pathLst>
              <a:path w="27580755" h="5989988">
                <a:moveTo>
                  <a:pt x="0" y="0"/>
                </a:moveTo>
                <a:lnTo>
                  <a:pt x="27580755" y="0"/>
                </a:lnTo>
                <a:lnTo>
                  <a:pt x="27580755" y="5989989"/>
                </a:lnTo>
                <a:lnTo>
                  <a:pt x="0" y="5989989"/>
                </a:lnTo>
                <a:lnTo>
                  <a:pt x="0" y="0"/>
                </a:lnTo>
                <a:close/>
              </a:path>
            </a:pathLst>
          </a:custGeom>
          <a:blipFill>
            <a:blip r:embed="rId2">
              <a:alphaModFix amt="9999"/>
            </a:blip>
            <a:stretch>
              <a:fillRect l="-22898" t="-92198" r="-48361"/>
            </a:stretch>
          </a:blipFill>
        </p:spPr>
        <p:txBody>
          <a:bodyPr/>
          <a:lstStyle/>
          <a:p>
            <a:pPr eaLnBrk="1" fontAlgn="auto" hangingPunct="1">
              <a:spcBef>
                <a:spcPts val="0"/>
              </a:spcBef>
              <a:spcAft>
                <a:spcPts val="0"/>
              </a:spcAft>
              <a:defRPr/>
            </a:pPr>
            <a:endParaRPr lang="en-GB">
              <a:latin typeface="+mn-lt"/>
            </a:endParaRPr>
          </a:p>
        </p:txBody>
      </p:sp>
      <p:sp>
        <p:nvSpPr>
          <p:cNvPr id="3" name="Freeform 3">
            <a:extLst>
              <a:ext uri="{FF2B5EF4-FFF2-40B4-BE49-F238E27FC236}">
                <a16:creationId xmlns:a16="http://schemas.microsoft.com/office/drawing/2014/main" id="{3CEA055E-CD17-B24B-3713-E2CB59F145A0}"/>
              </a:ext>
            </a:extLst>
          </p:cNvPr>
          <p:cNvSpPr>
            <a:spLocks/>
          </p:cNvSpPr>
          <p:nvPr/>
        </p:nvSpPr>
        <p:spPr bwMode="auto">
          <a:xfrm>
            <a:off x="451644" y="-2382"/>
            <a:ext cx="902494" cy="569913"/>
          </a:xfrm>
          <a:custGeom>
            <a:avLst/>
            <a:gdLst>
              <a:gd name="T0" fmla="*/ 0 w 1805871"/>
              <a:gd name="T1" fmla="*/ 0 h 1139106"/>
              <a:gd name="T2" fmla="*/ 1805871 w 1805871"/>
              <a:gd name="T3" fmla="*/ 0 h 1139106"/>
              <a:gd name="T4" fmla="*/ 1805871 w 1805871"/>
              <a:gd name="T5" fmla="*/ 1139106 h 1139106"/>
              <a:gd name="T6" fmla="*/ 0 w 1805871"/>
              <a:gd name="T7" fmla="*/ 1139106 h 1139106"/>
              <a:gd name="T8" fmla="*/ 0 w 1805871"/>
              <a:gd name="T9" fmla="*/ 0 h 1139106"/>
            </a:gdLst>
            <a:ahLst/>
            <a:cxnLst>
              <a:cxn ang="0">
                <a:pos x="T0" y="T1"/>
              </a:cxn>
              <a:cxn ang="0">
                <a:pos x="T2" y="T3"/>
              </a:cxn>
              <a:cxn ang="0">
                <a:pos x="T4" y="T5"/>
              </a:cxn>
              <a:cxn ang="0">
                <a:pos x="T6" y="T7"/>
              </a:cxn>
              <a:cxn ang="0">
                <a:pos x="T8" y="T9"/>
              </a:cxn>
            </a:cxnLst>
            <a:rect l="0" t="0" r="r" b="b"/>
            <a:pathLst>
              <a:path w="1805871" h="1139106">
                <a:moveTo>
                  <a:pt x="0" y="0"/>
                </a:moveTo>
                <a:lnTo>
                  <a:pt x="1805871" y="0"/>
                </a:lnTo>
                <a:lnTo>
                  <a:pt x="1805871" y="1139106"/>
                </a:lnTo>
                <a:lnTo>
                  <a:pt x="0" y="1139106"/>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 name="Freeform 5">
            <a:extLst>
              <a:ext uri="{FF2B5EF4-FFF2-40B4-BE49-F238E27FC236}">
                <a16:creationId xmlns:a16="http://schemas.microsoft.com/office/drawing/2014/main" id="{8EE5E13D-6D80-9AC6-9AD1-161C4686E075}"/>
              </a:ext>
            </a:extLst>
          </p:cNvPr>
          <p:cNvSpPr/>
          <p:nvPr/>
        </p:nvSpPr>
        <p:spPr>
          <a:xfrm>
            <a:off x="0" y="4753452"/>
            <a:ext cx="9144000" cy="390049"/>
          </a:xfrm>
          <a:custGeom>
            <a:avLst/>
            <a:gdLst/>
            <a:ahLst/>
            <a:cxnLst/>
            <a:rect l="l" t="t" r="r" b="b"/>
            <a:pathLst>
              <a:path w="20696700" h="4886325">
                <a:moveTo>
                  <a:pt x="0" y="0"/>
                </a:moveTo>
                <a:lnTo>
                  <a:pt x="20696701" y="0"/>
                </a:lnTo>
                <a:lnTo>
                  <a:pt x="20696701" y="4886325"/>
                </a:lnTo>
                <a:lnTo>
                  <a:pt x="0" y="4886325"/>
                </a:lnTo>
                <a:lnTo>
                  <a:pt x="0" y="0"/>
                </a:lnTo>
                <a:close/>
              </a:path>
            </a:pathLst>
          </a:custGeom>
          <a:blipFill>
            <a:blip r:embed="rId4"/>
            <a:stretch>
              <a:fillRect l="-3297" t="-4078" r="-9874" b="-530451"/>
            </a:stretch>
          </a:blipFill>
        </p:spPr>
        <p:txBody>
          <a:bodyPr/>
          <a:lstStyle/>
          <a:p>
            <a:pPr eaLnBrk="1" fontAlgn="auto" hangingPunct="1">
              <a:spcBef>
                <a:spcPts val="0"/>
              </a:spcBef>
              <a:spcAft>
                <a:spcPts val="0"/>
              </a:spcAft>
              <a:defRPr/>
            </a:pPr>
            <a:endParaRPr lang="en-GB" sz="600">
              <a:latin typeface="+mn-lt"/>
            </a:endParaRPr>
          </a:p>
        </p:txBody>
      </p:sp>
      <p:sp>
        <p:nvSpPr>
          <p:cNvPr id="5" name="Slide Number Placeholder 5">
            <a:extLst>
              <a:ext uri="{FF2B5EF4-FFF2-40B4-BE49-F238E27FC236}">
                <a16:creationId xmlns:a16="http://schemas.microsoft.com/office/drawing/2014/main" id="{A81CF5D0-8B82-E67A-C960-1D4104FC0D27}"/>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tx1"/>
                </a:solidFill>
              </a:rPr>
              <a:t>www.cambridgecognition.com</a:t>
            </a:r>
          </a:p>
        </p:txBody>
      </p:sp>
      <p:sp>
        <p:nvSpPr>
          <p:cNvPr id="6" name="Slide Number Placeholder 5">
            <a:extLst>
              <a:ext uri="{FF2B5EF4-FFF2-40B4-BE49-F238E27FC236}">
                <a16:creationId xmlns:a16="http://schemas.microsoft.com/office/drawing/2014/main" id="{EADD0A30-F637-ACC0-584D-AA8E9C160341}"/>
              </a:ext>
            </a:extLst>
          </p:cNvPr>
          <p:cNvSpPr>
            <a:spLocks noGrp="1"/>
          </p:cNvSpPr>
          <p:nvPr>
            <p:ph type="sldNum" sz="quarter" idx="10"/>
          </p:nvPr>
        </p:nvSpPr>
        <p:spPr>
          <a:xfrm>
            <a:off x="419100" y="4811713"/>
            <a:ext cx="4953000" cy="273844"/>
          </a:xfrm>
        </p:spPr>
        <p:txBody>
          <a:bodyPr/>
          <a:lstStyle>
            <a:lvl1pPr algn="l">
              <a:defRPr lang="en-GB" sz="600" kern="1200" smtClean="0">
                <a:solidFill>
                  <a:schemeClr val="tx1"/>
                </a:solidFill>
                <a:latin typeface="+mn-lt"/>
                <a:ea typeface="Neue Montreal"/>
                <a:cs typeface="Neue Montreal"/>
              </a:defRPr>
            </a:lvl1pPr>
          </a:lstStyle>
          <a:p>
            <a:pPr>
              <a:defRPr/>
            </a:pPr>
            <a:fld id="{A5AC685B-92BC-A748-8470-9D0A246D374C}" type="slidenum">
              <a:rPr lang="en-US"/>
              <a:pPr>
                <a:defRPr/>
              </a:pPr>
              <a:t>‹#›</a:t>
            </a:fld>
            <a:r>
              <a:rPr lang="en-US"/>
              <a:t> | PRIVATE AND CONFIDENTIAL | © Cambridge Cognition </a:t>
            </a:r>
            <a:fld id="{3AD53894-0F87-7B4D-B0DE-8594365A1A3A}" type="datetimeyyyy">
              <a:rPr lang="en-US"/>
              <a:pPr>
                <a:defRPr/>
              </a:pPr>
              <a:t>2026</a:t>
            </a:fld>
            <a:r>
              <a:rPr lang="en-US"/>
              <a:t>. All rights reserved. </a:t>
            </a:r>
          </a:p>
        </p:txBody>
      </p:sp>
    </p:spTree>
    <p:extLst>
      <p:ext uri="{BB962C8B-B14F-4D97-AF65-F5344CB8AC3E}">
        <p14:creationId xmlns:p14="http://schemas.microsoft.com/office/powerpoint/2010/main" val="5763735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Blue">
    <p:bg>
      <p:bgPr>
        <a:solidFill>
          <a:schemeClr val="accent1"/>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939B0F8E-0265-83A3-16D1-115B9E3EE01B}"/>
              </a:ext>
            </a:extLst>
          </p:cNvPr>
          <p:cNvSpPr/>
          <p:nvPr/>
        </p:nvSpPr>
        <p:spPr>
          <a:xfrm>
            <a:off x="-1" y="-1"/>
            <a:ext cx="9144001" cy="2700338"/>
          </a:xfrm>
          <a:custGeom>
            <a:avLst/>
            <a:gdLst/>
            <a:ahLst/>
            <a:cxnLst/>
            <a:rect l="l" t="t" r="r" b="b"/>
            <a:pathLst>
              <a:path w="27580755" h="5989988">
                <a:moveTo>
                  <a:pt x="0" y="0"/>
                </a:moveTo>
                <a:lnTo>
                  <a:pt x="27580755" y="0"/>
                </a:lnTo>
                <a:lnTo>
                  <a:pt x="27580755" y="5989988"/>
                </a:lnTo>
                <a:lnTo>
                  <a:pt x="0" y="5989988"/>
                </a:lnTo>
                <a:lnTo>
                  <a:pt x="0" y="0"/>
                </a:lnTo>
                <a:close/>
              </a:path>
            </a:pathLst>
          </a:custGeom>
          <a:blipFill>
            <a:blip r:embed="rId2">
              <a:alphaModFix amt="9999"/>
            </a:blip>
            <a:stretch>
              <a:fillRect l="-25930" t="-10912" r="-45330"/>
            </a:stretch>
          </a:blipFill>
        </p:spPr>
        <p:txBody>
          <a:bodyPr/>
          <a:lstStyle/>
          <a:p>
            <a:pPr eaLnBrk="1" fontAlgn="auto" hangingPunct="1">
              <a:spcBef>
                <a:spcPts val="0"/>
              </a:spcBef>
              <a:spcAft>
                <a:spcPts val="0"/>
              </a:spcAft>
              <a:defRPr/>
            </a:pPr>
            <a:endParaRPr lang="en-GB">
              <a:latin typeface="+mn-lt"/>
            </a:endParaRPr>
          </a:p>
        </p:txBody>
      </p:sp>
      <p:sp>
        <p:nvSpPr>
          <p:cNvPr id="3" name="Freeform 10">
            <a:extLst>
              <a:ext uri="{FF2B5EF4-FFF2-40B4-BE49-F238E27FC236}">
                <a16:creationId xmlns:a16="http://schemas.microsoft.com/office/drawing/2014/main" id="{33BCFFD2-FBCD-ECE5-4666-C971D8DA023C}"/>
              </a:ext>
            </a:extLst>
          </p:cNvPr>
          <p:cNvSpPr>
            <a:spLocks/>
          </p:cNvSpPr>
          <p:nvPr/>
        </p:nvSpPr>
        <p:spPr bwMode="auto">
          <a:xfrm>
            <a:off x="7789863" y="0"/>
            <a:ext cx="902494" cy="569913"/>
          </a:xfrm>
          <a:custGeom>
            <a:avLst/>
            <a:gdLst>
              <a:gd name="T0" fmla="*/ 0 w 2690068"/>
              <a:gd name="T1" fmla="*/ 0 h 1696840"/>
              <a:gd name="T2" fmla="*/ 2690068 w 2690068"/>
              <a:gd name="T3" fmla="*/ 0 h 1696840"/>
              <a:gd name="T4" fmla="*/ 2690068 w 2690068"/>
              <a:gd name="T5" fmla="*/ 1696839 h 1696840"/>
              <a:gd name="T6" fmla="*/ 0 w 2690068"/>
              <a:gd name="T7" fmla="*/ 1696839 h 1696840"/>
              <a:gd name="T8" fmla="*/ 0 w 2690068"/>
              <a:gd name="T9" fmla="*/ 0 h 1696840"/>
            </a:gdLst>
            <a:ahLst/>
            <a:cxnLst>
              <a:cxn ang="0">
                <a:pos x="T0" y="T1"/>
              </a:cxn>
              <a:cxn ang="0">
                <a:pos x="T2" y="T3"/>
              </a:cxn>
              <a:cxn ang="0">
                <a:pos x="T4" y="T5"/>
              </a:cxn>
              <a:cxn ang="0">
                <a:pos x="T6" y="T7"/>
              </a:cxn>
              <a:cxn ang="0">
                <a:pos x="T8" y="T9"/>
              </a:cxn>
            </a:cxnLst>
            <a:rect l="0" t="0" r="r" b="b"/>
            <a:pathLst>
              <a:path w="2690068" h="1696840">
                <a:moveTo>
                  <a:pt x="0" y="0"/>
                </a:moveTo>
                <a:lnTo>
                  <a:pt x="2690068" y="0"/>
                </a:lnTo>
                <a:lnTo>
                  <a:pt x="2690068" y="1696839"/>
                </a:lnTo>
                <a:lnTo>
                  <a:pt x="0" y="1696839"/>
                </a:lnTo>
                <a:lnTo>
                  <a:pt x="0" y="0"/>
                </a:lnTo>
                <a:close/>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 name="Slide Number Placeholder 5">
            <a:extLst>
              <a:ext uri="{FF2B5EF4-FFF2-40B4-BE49-F238E27FC236}">
                <a16:creationId xmlns:a16="http://schemas.microsoft.com/office/drawing/2014/main" id="{D372F26A-E439-0F2A-DF17-2F4C50857C65}"/>
              </a:ext>
            </a:extLst>
          </p:cNvPr>
          <p:cNvSpPr txBox="1">
            <a:spLocks/>
          </p:cNvSpPr>
          <p:nvPr/>
        </p:nvSpPr>
        <p:spPr>
          <a:xfrm>
            <a:off x="3771900" y="4811713"/>
            <a:ext cx="4953000" cy="273844"/>
          </a:xfrm>
          <a:prstGeom prst="rect">
            <a:avLst/>
          </a:prstGeom>
        </p:spPr>
        <p:txBody>
          <a:bodyPr anchor="ctr"/>
          <a:lstStyle>
            <a:defPPr>
              <a:defRPr lang="en-US"/>
            </a:defPPr>
            <a:lvl1pPr marL="0" algn="l" defTabSz="914400" rtl="0" eaLnBrk="1" latinLnBrk="0" hangingPunct="1">
              <a:defRPr lang="en-GB" sz="1800" kern="1200" smtClean="0">
                <a:solidFill>
                  <a:schemeClr val="accent3"/>
                </a:solidFill>
                <a:latin typeface="+mn-lt"/>
                <a:ea typeface="Neue Montreal"/>
                <a:cs typeface="Neue Montre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sz="600">
                <a:solidFill>
                  <a:schemeClr val="bg2"/>
                </a:solidFill>
              </a:rPr>
              <a:t>www.cambridgecognition.com</a:t>
            </a:r>
          </a:p>
        </p:txBody>
      </p:sp>
      <p:sp>
        <p:nvSpPr>
          <p:cNvPr id="5" name="Slide Number Placeholder 5">
            <a:extLst>
              <a:ext uri="{FF2B5EF4-FFF2-40B4-BE49-F238E27FC236}">
                <a16:creationId xmlns:a16="http://schemas.microsoft.com/office/drawing/2014/main" id="{C3A6C035-16CF-9F37-FABE-F2DED915B0C9}"/>
              </a:ext>
            </a:extLst>
          </p:cNvPr>
          <p:cNvSpPr>
            <a:spLocks noGrp="1"/>
          </p:cNvSpPr>
          <p:nvPr>
            <p:ph type="sldNum" sz="quarter" idx="10"/>
          </p:nvPr>
        </p:nvSpPr>
        <p:spPr>
          <a:xfrm>
            <a:off x="419100" y="4811713"/>
            <a:ext cx="4953000" cy="273844"/>
          </a:xfrm>
        </p:spPr>
        <p:txBody>
          <a:bodyPr/>
          <a:lstStyle>
            <a:lvl1pPr algn="l">
              <a:defRPr lang="en-GB" sz="600" kern="1200" smtClean="0">
                <a:solidFill>
                  <a:schemeClr val="bg2"/>
                </a:solidFill>
                <a:latin typeface="+mn-lt"/>
                <a:ea typeface="Neue Montreal"/>
                <a:cs typeface="Neue Montreal"/>
              </a:defRPr>
            </a:lvl1pPr>
          </a:lstStyle>
          <a:p>
            <a:pPr>
              <a:defRPr/>
            </a:pPr>
            <a:fld id="{9BA049C8-7E80-0C42-AC86-54D95228E9E1}" type="slidenum">
              <a:rPr lang="en-US"/>
              <a:pPr>
                <a:defRPr/>
              </a:pPr>
              <a:t>‹#›</a:t>
            </a:fld>
            <a:r>
              <a:rPr lang="en-US"/>
              <a:t> | PRIVATE AND CONFIDENTIAL | © Cambridge Cognition </a:t>
            </a:r>
            <a:fld id="{3AD53894-0F87-7B4D-B0DE-8594365A1A3A}" type="datetimeyyyy">
              <a:rPr lang="en-US"/>
              <a:pPr>
                <a:defRPr/>
              </a:pPr>
              <a:t>2026</a:t>
            </a:fld>
            <a:r>
              <a:rPr lang="en-US"/>
              <a:t>. All rights reserved. </a:t>
            </a:r>
          </a:p>
        </p:txBody>
      </p:sp>
    </p:spTree>
    <p:extLst>
      <p:ext uri="{BB962C8B-B14F-4D97-AF65-F5344CB8AC3E}">
        <p14:creationId xmlns:p14="http://schemas.microsoft.com/office/powerpoint/2010/main" val="2646081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0FCE2906-A7C3-AB8B-5808-DBF92AC0ACA2}"/>
              </a:ext>
            </a:extLst>
          </p:cNvPr>
          <p:cNvSpPr>
            <a:spLocks noGrp="1" noChangeArrowheads="1"/>
          </p:cNvSpPr>
          <p:nvPr>
            <p:ph type="title"/>
          </p:nvPr>
        </p:nvSpPr>
        <p:spPr bwMode="auto">
          <a:xfrm>
            <a:off x="628650" y="273844"/>
            <a:ext cx="7886700" cy="994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Text Placeholder 2">
            <a:extLst>
              <a:ext uri="{FF2B5EF4-FFF2-40B4-BE49-F238E27FC236}">
                <a16:creationId xmlns:a16="http://schemas.microsoft.com/office/drawing/2014/main" id="{A9315EFD-A3E9-C75D-9A00-D4C692EA797E}"/>
              </a:ext>
            </a:extLst>
          </p:cNvPr>
          <p:cNvSpPr>
            <a:spLocks noGrp="1" noChangeArrowheads="1"/>
          </p:cNvSpPr>
          <p:nvPr>
            <p:ph type="body" idx="1"/>
          </p:nvPr>
        </p:nvSpPr>
        <p:spPr bwMode="auto">
          <a:xfrm>
            <a:off x="628650" y="1369219"/>
            <a:ext cx="7886700" cy="326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4" name="Date Placeholder 3">
            <a:extLst>
              <a:ext uri="{FF2B5EF4-FFF2-40B4-BE49-F238E27FC236}">
                <a16:creationId xmlns:a16="http://schemas.microsoft.com/office/drawing/2014/main" id="{C2DD6F4E-F099-F3D0-D0BE-138DDCD9FA54}"/>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eaLnBrk="1" fontAlgn="auto" hangingPunct="1">
              <a:spcBef>
                <a:spcPts val="0"/>
              </a:spcBef>
              <a:spcAft>
                <a:spcPts val="0"/>
              </a:spcAft>
              <a:defRPr sz="600" smtClean="0">
                <a:solidFill>
                  <a:schemeClr val="tx1">
                    <a:tint val="82000"/>
                  </a:schemeClr>
                </a:solidFill>
                <a:latin typeface="+mn-lt"/>
              </a:defRPr>
            </a:lvl1pPr>
          </a:lstStyle>
          <a:p>
            <a:pPr>
              <a:defRPr/>
            </a:pPr>
            <a:fld id="{8CABDF8D-2043-0C4B-83A2-058DD50E076D}" type="datetimeyyyy">
              <a:rPr lang="en-US"/>
              <a:pPr>
                <a:defRPr/>
              </a:pPr>
              <a:t>2026</a:t>
            </a:fld>
            <a:endParaRPr lang="en-GB"/>
          </a:p>
        </p:txBody>
      </p:sp>
      <p:sp>
        <p:nvSpPr>
          <p:cNvPr id="5" name="Footer Placeholder 4">
            <a:extLst>
              <a:ext uri="{FF2B5EF4-FFF2-40B4-BE49-F238E27FC236}">
                <a16:creationId xmlns:a16="http://schemas.microsoft.com/office/drawing/2014/main" id="{4A6DCE04-9DEF-CAEC-9598-7D3DC51840D5}"/>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eaLnBrk="1" fontAlgn="auto" hangingPunct="1">
              <a:spcBef>
                <a:spcPts val="0"/>
              </a:spcBef>
              <a:spcAft>
                <a:spcPts val="0"/>
              </a:spcAft>
              <a:defRPr sz="600">
                <a:solidFill>
                  <a:schemeClr val="tx1">
                    <a:tint val="82000"/>
                  </a:schemeClr>
                </a:solidFill>
                <a:latin typeface="+mn-lt"/>
              </a:defRPr>
            </a:lvl1pPr>
          </a:lstStyle>
          <a:p>
            <a:pPr>
              <a:defRPr/>
            </a:pPr>
            <a:endParaRPr lang="en-GB"/>
          </a:p>
        </p:txBody>
      </p:sp>
      <p:sp>
        <p:nvSpPr>
          <p:cNvPr id="6" name="Slide Number Placeholder 5">
            <a:extLst>
              <a:ext uri="{FF2B5EF4-FFF2-40B4-BE49-F238E27FC236}">
                <a16:creationId xmlns:a16="http://schemas.microsoft.com/office/drawing/2014/main" id="{0733733B-C9C1-0CA2-6535-4173D119BFED}"/>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eaLnBrk="1" fontAlgn="auto" hangingPunct="1">
              <a:spcBef>
                <a:spcPts val="0"/>
              </a:spcBef>
              <a:spcAft>
                <a:spcPts val="0"/>
              </a:spcAft>
              <a:defRPr sz="600" smtClean="0">
                <a:solidFill>
                  <a:schemeClr val="tx1">
                    <a:tint val="82000"/>
                  </a:schemeClr>
                </a:solidFill>
                <a:latin typeface="+mn-lt"/>
              </a:defRPr>
            </a:lvl1pPr>
          </a:lstStyle>
          <a:p>
            <a:pPr>
              <a:defRPr/>
            </a:pPr>
            <a:fld id="{BD4419A5-3136-8342-BFD5-AD12777D4100}" type="slidenum">
              <a:rPr lang="en-GB"/>
              <a:pPr>
                <a:defRPr/>
              </a:pPr>
              <a:t>‹#›</a:t>
            </a:fld>
            <a:endParaRPr lang="en-GB"/>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 id="2147483742" r:id="rId20"/>
    <p:sldLayoutId id="2147483743" r:id="rId21"/>
    <p:sldLayoutId id="2147483744" r:id="rId22"/>
    <p:sldLayoutId id="2147483745" r:id="rId23"/>
    <p:sldLayoutId id="2147483746" r:id="rId24"/>
  </p:sldLayoutIdLst>
  <p:hf hdr="0" ftr="0"/>
  <p:txStyles>
    <p:titleStyle>
      <a:lvl1pPr algn="l" rtl="0" eaLnBrk="1" fontAlgn="base" hangingPunct="1">
        <a:lnSpc>
          <a:spcPct val="90000"/>
        </a:lnSpc>
        <a:spcBef>
          <a:spcPct val="0"/>
        </a:spcBef>
        <a:spcAft>
          <a:spcPct val="0"/>
        </a:spcAft>
        <a:defRPr sz="2200" kern="1200">
          <a:solidFill>
            <a:schemeClr val="tx1"/>
          </a:solidFill>
          <a:latin typeface="+mj-lt"/>
          <a:ea typeface="+mj-ea"/>
          <a:cs typeface="+mj-cs"/>
        </a:defRPr>
      </a:lvl1pPr>
      <a:lvl2pPr algn="l" rtl="0" eaLnBrk="1" fontAlgn="base" hangingPunct="1">
        <a:lnSpc>
          <a:spcPct val="90000"/>
        </a:lnSpc>
        <a:spcBef>
          <a:spcPct val="0"/>
        </a:spcBef>
        <a:spcAft>
          <a:spcPct val="0"/>
        </a:spcAft>
        <a:defRPr sz="2200">
          <a:solidFill>
            <a:schemeClr val="tx1"/>
          </a:solidFill>
          <a:latin typeface="Poppins" pitchFamily="2" charset="77"/>
        </a:defRPr>
      </a:lvl2pPr>
      <a:lvl3pPr algn="l" rtl="0" eaLnBrk="1" fontAlgn="base" hangingPunct="1">
        <a:lnSpc>
          <a:spcPct val="90000"/>
        </a:lnSpc>
        <a:spcBef>
          <a:spcPct val="0"/>
        </a:spcBef>
        <a:spcAft>
          <a:spcPct val="0"/>
        </a:spcAft>
        <a:defRPr sz="2200">
          <a:solidFill>
            <a:schemeClr val="tx1"/>
          </a:solidFill>
          <a:latin typeface="Poppins" pitchFamily="2" charset="77"/>
        </a:defRPr>
      </a:lvl3pPr>
      <a:lvl4pPr algn="l" rtl="0" eaLnBrk="1" fontAlgn="base" hangingPunct="1">
        <a:lnSpc>
          <a:spcPct val="90000"/>
        </a:lnSpc>
        <a:spcBef>
          <a:spcPct val="0"/>
        </a:spcBef>
        <a:spcAft>
          <a:spcPct val="0"/>
        </a:spcAft>
        <a:defRPr sz="2200">
          <a:solidFill>
            <a:schemeClr val="tx1"/>
          </a:solidFill>
          <a:latin typeface="Poppins" pitchFamily="2" charset="77"/>
        </a:defRPr>
      </a:lvl4pPr>
      <a:lvl5pPr algn="l" rtl="0" eaLnBrk="1" fontAlgn="base" hangingPunct="1">
        <a:lnSpc>
          <a:spcPct val="90000"/>
        </a:lnSpc>
        <a:spcBef>
          <a:spcPct val="0"/>
        </a:spcBef>
        <a:spcAft>
          <a:spcPct val="0"/>
        </a:spcAft>
        <a:defRPr sz="2200">
          <a:solidFill>
            <a:schemeClr val="tx1"/>
          </a:solidFill>
          <a:latin typeface="Poppins" pitchFamily="2" charset="77"/>
        </a:defRPr>
      </a:lvl5pPr>
      <a:lvl6pPr marL="228600" algn="l" rtl="0" eaLnBrk="1" fontAlgn="base" hangingPunct="1">
        <a:lnSpc>
          <a:spcPct val="90000"/>
        </a:lnSpc>
        <a:spcBef>
          <a:spcPct val="0"/>
        </a:spcBef>
        <a:spcAft>
          <a:spcPct val="0"/>
        </a:spcAft>
        <a:defRPr sz="2200">
          <a:solidFill>
            <a:schemeClr val="tx1"/>
          </a:solidFill>
          <a:latin typeface="Poppins" pitchFamily="2" charset="77"/>
        </a:defRPr>
      </a:lvl6pPr>
      <a:lvl7pPr marL="457200" algn="l" rtl="0" eaLnBrk="1" fontAlgn="base" hangingPunct="1">
        <a:lnSpc>
          <a:spcPct val="90000"/>
        </a:lnSpc>
        <a:spcBef>
          <a:spcPct val="0"/>
        </a:spcBef>
        <a:spcAft>
          <a:spcPct val="0"/>
        </a:spcAft>
        <a:defRPr sz="2200">
          <a:solidFill>
            <a:schemeClr val="tx1"/>
          </a:solidFill>
          <a:latin typeface="Poppins" pitchFamily="2" charset="77"/>
        </a:defRPr>
      </a:lvl7pPr>
      <a:lvl8pPr marL="685800" algn="l" rtl="0" eaLnBrk="1" fontAlgn="base" hangingPunct="1">
        <a:lnSpc>
          <a:spcPct val="90000"/>
        </a:lnSpc>
        <a:spcBef>
          <a:spcPct val="0"/>
        </a:spcBef>
        <a:spcAft>
          <a:spcPct val="0"/>
        </a:spcAft>
        <a:defRPr sz="2200">
          <a:solidFill>
            <a:schemeClr val="tx1"/>
          </a:solidFill>
          <a:latin typeface="Poppins" pitchFamily="2" charset="77"/>
        </a:defRPr>
      </a:lvl8pPr>
      <a:lvl9pPr marL="914400" algn="l" rtl="0" eaLnBrk="1" fontAlgn="base" hangingPunct="1">
        <a:lnSpc>
          <a:spcPct val="90000"/>
        </a:lnSpc>
        <a:spcBef>
          <a:spcPct val="0"/>
        </a:spcBef>
        <a:spcAft>
          <a:spcPct val="0"/>
        </a:spcAft>
        <a:defRPr sz="2200">
          <a:solidFill>
            <a:schemeClr val="tx1"/>
          </a:solidFill>
          <a:latin typeface="Poppins" pitchFamily="2" charset="77"/>
        </a:defRPr>
      </a:lvl9pPr>
    </p:titleStyle>
    <p:bodyStyle>
      <a:lvl1pPr marL="114300" indent="-1143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1pPr>
      <a:lvl2pPr marL="342900" indent="-114300" algn="l" rtl="0" eaLnBrk="1" fontAlgn="base" hangingPunct="1">
        <a:lnSpc>
          <a:spcPct val="90000"/>
        </a:lnSpc>
        <a:spcBef>
          <a:spcPts val="250"/>
        </a:spcBef>
        <a:spcAft>
          <a:spcPct val="0"/>
        </a:spcAft>
        <a:buFont typeface="Arial" panose="020B0604020202020204" pitchFamily="34" charset="0"/>
        <a:buChar char="•"/>
        <a:defRPr sz="1200" kern="1200">
          <a:solidFill>
            <a:schemeClr val="tx1"/>
          </a:solidFill>
          <a:latin typeface="+mn-lt"/>
          <a:ea typeface="+mn-ea"/>
          <a:cs typeface="+mn-cs"/>
        </a:defRPr>
      </a:lvl2pPr>
      <a:lvl3pPr marL="571500" indent="-114300" algn="l" rtl="0" eaLnBrk="1" fontAlgn="base" hangingPunct="1">
        <a:lnSpc>
          <a:spcPct val="90000"/>
        </a:lnSpc>
        <a:spcBef>
          <a:spcPts val="250"/>
        </a:spcBef>
        <a:spcAft>
          <a:spcPct val="0"/>
        </a:spcAft>
        <a:buFont typeface="Arial" panose="020B0604020202020204" pitchFamily="34" charset="0"/>
        <a:buChar char="•"/>
        <a:defRPr sz="1000" kern="1200">
          <a:solidFill>
            <a:schemeClr val="tx1"/>
          </a:solidFill>
          <a:latin typeface="+mn-lt"/>
          <a:ea typeface="+mn-ea"/>
          <a:cs typeface="+mn-cs"/>
        </a:defRPr>
      </a:lvl3pPr>
      <a:lvl4pPr marL="800100" indent="-114300" algn="l" rtl="0" eaLnBrk="1" fontAlgn="base" hangingPunct="1">
        <a:lnSpc>
          <a:spcPct val="90000"/>
        </a:lnSpc>
        <a:spcBef>
          <a:spcPts val="250"/>
        </a:spcBef>
        <a:spcAft>
          <a:spcPct val="0"/>
        </a:spcAft>
        <a:buFont typeface="Arial" panose="020B0604020202020204" pitchFamily="34" charset="0"/>
        <a:buChar char="•"/>
        <a:defRPr kern="1200">
          <a:solidFill>
            <a:schemeClr val="tx1"/>
          </a:solidFill>
          <a:latin typeface="+mn-lt"/>
          <a:ea typeface="+mn-ea"/>
          <a:cs typeface="+mn-cs"/>
        </a:defRPr>
      </a:lvl4pPr>
      <a:lvl5pPr marL="1028700" indent="-114300" algn="l" rtl="0" eaLnBrk="1" fontAlgn="base" hangingPunct="1">
        <a:lnSpc>
          <a:spcPct val="90000"/>
        </a:lnSpc>
        <a:spcBef>
          <a:spcPts val="250"/>
        </a:spcBef>
        <a:spcAft>
          <a:spcPct val="0"/>
        </a:spcAft>
        <a:buFont typeface="Arial" panose="020B0604020202020204" pitchFamily="34" charset="0"/>
        <a:buChar char="•"/>
        <a:defRPr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0.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35.emf"/><Relationship Id="rId5" Type="http://schemas.openxmlformats.org/officeDocument/2006/relationships/image" Target="../media/image34.jpe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497CCA-664D-9308-2BCE-383284F2DB94}"/>
              </a:ext>
            </a:extLst>
          </p:cNvPr>
          <p:cNvSpPr>
            <a:spLocks noGrp="1"/>
          </p:cNvSpPr>
          <p:nvPr>
            <p:ph type="dt" sz="quarter" idx="14"/>
          </p:nvPr>
        </p:nvSpPr>
        <p:spPr>
          <a:xfrm>
            <a:off x="8045752" y="274088"/>
            <a:ext cx="564848" cy="273844"/>
          </a:xfrm>
        </p:spPr>
        <p:txBody>
          <a:bodyPr/>
          <a:lstStyle/>
          <a:p>
            <a:pPr>
              <a:defRPr/>
            </a:pPr>
            <a:fld id="{52A5049B-C499-43F9-997D-2F9EBCD3A983}" type="datetimeyyyy">
              <a:rPr lang="en-US"/>
              <a:pPr>
                <a:defRPr/>
              </a:pPr>
              <a:t>2026</a:t>
            </a:fld>
            <a:endParaRPr lang="en-US"/>
          </a:p>
        </p:txBody>
      </p:sp>
      <p:sp>
        <p:nvSpPr>
          <p:cNvPr id="8" name="Subtitle 7">
            <a:extLst>
              <a:ext uri="{FF2B5EF4-FFF2-40B4-BE49-F238E27FC236}">
                <a16:creationId xmlns:a16="http://schemas.microsoft.com/office/drawing/2014/main" id="{D4B306B4-C729-C038-E9A3-D571DD80C332}"/>
              </a:ext>
            </a:extLst>
          </p:cNvPr>
          <p:cNvSpPr>
            <a:spLocks noGrp="1"/>
          </p:cNvSpPr>
          <p:nvPr>
            <p:ph type="subTitle" idx="1"/>
          </p:nvPr>
        </p:nvSpPr>
        <p:spPr>
          <a:xfrm>
            <a:off x="427832" y="3443116"/>
            <a:ext cx="7122319" cy="858044"/>
          </a:xfrm>
        </p:spPr>
        <p:txBody>
          <a:bodyPr rtlCol="0"/>
          <a:lstStyle/>
          <a:p>
            <a:pPr fontAlgn="auto">
              <a:spcAft>
                <a:spcPts val="0"/>
              </a:spcAft>
              <a:defRPr/>
            </a:pPr>
            <a:r>
              <a:rPr lang="en-US"/>
              <a:t>Nick Taptiklis</a:t>
            </a:r>
            <a:endParaRPr/>
          </a:p>
        </p:txBody>
      </p:sp>
      <p:sp>
        <p:nvSpPr>
          <p:cNvPr id="7" name="Title 6">
            <a:extLst>
              <a:ext uri="{FF2B5EF4-FFF2-40B4-BE49-F238E27FC236}">
                <a16:creationId xmlns:a16="http://schemas.microsoft.com/office/drawing/2014/main" id="{C06DC03F-87C8-ECFA-16B9-25D97A81710C}"/>
              </a:ext>
            </a:extLst>
          </p:cNvPr>
          <p:cNvSpPr>
            <a:spLocks noGrp="1"/>
          </p:cNvSpPr>
          <p:nvPr>
            <p:ph type="title"/>
          </p:nvPr>
        </p:nvSpPr>
        <p:spPr>
          <a:xfrm>
            <a:off x="427832" y="375506"/>
            <a:ext cx="8182768" cy="3011750"/>
          </a:xfrm>
        </p:spPr>
        <p:txBody>
          <a:bodyPr rtlCol="0">
            <a:normAutofit/>
          </a:bodyPr>
          <a:lstStyle/>
          <a:p>
            <a:pPr fontAlgn="auto">
              <a:spcAft>
                <a:spcPts val="0"/>
              </a:spcAft>
              <a:defRPr/>
            </a:pPr>
            <a:r>
              <a:rPr lang="en-GB" sz="3300"/>
              <a:t>Using touch screen devices for cognitive research</a:t>
            </a:r>
            <a:endParaRPr sz="33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36122-BEA4-600B-89F2-44C30A4CB4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D406903-5579-01E5-ED0A-85EE014EF4DA}"/>
              </a:ext>
            </a:extLst>
          </p:cNvPr>
          <p:cNvSpPr>
            <a:spLocks noGrp="1"/>
          </p:cNvSpPr>
          <p:nvPr>
            <p:ph type="title"/>
          </p:nvPr>
        </p:nvSpPr>
        <p:spPr>
          <a:xfrm>
            <a:off x="419100" y="404019"/>
            <a:ext cx="8294688" cy="333375"/>
          </a:xfrm>
        </p:spPr>
        <p:txBody>
          <a:bodyPr rtlCol="0">
            <a:normAutofit fontScale="90000"/>
          </a:bodyPr>
          <a:lstStyle/>
          <a:p>
            <a:pPr fontAlgn="auto">
              <a:spcAft>
                <a:spcPts val="0"/>
              </a:spcAft>
              <a:defRPr/>
            </a:pPr>
            <a:r>
              <a:rPr lang="en-GB"/>
              <a:t>Agenda</a:t>
            </a:r>
          </a:p>
        </p:txBody>
      </p:sp>
      <p:sp>
        <p:nvSpPr>
          <p:cNvPr id="5" name="Content Placeholder 4">
            <a:extLst>
              <a:ext uri="{FF2B5EF4-FFF2-40B4-BE49-F238E27FC236}">
                <a16:creationId xmlns:a16="http://schemas.microsoft.com/office/drawing/2014/main" id="{AB01D94F-FF30-DC38-0A1A-6B97CC95DBB5}"/>
              </a:ext>
            </a:extLst>
          </p:cNvPr>
          <p:cNvSpPr>
            <a:spLocks noGrp="1"/>
          </p:cNvSpPr>
          <p:nvPr>
            <p:ph sz="half" idx="1"/>
          </p:nvPr>
        </p:nvSpPr>
        <p:spPr>
          <a:xfrm>
            <a:off x="430213" y="1124744"/>
            <a:ext cx="8294688" cy="1280319"/>
          </a:xfrm>
        </p:spPr>
        <p:txBody>
          <a:bodyPr rtlCol="0"/>
          <a:lstStyle/>
          <a:p>
            <a:pPr fontAlgn="auto">
              <a:spcAft>
                <a:spcPts val="0"/>
              </a:spcAft>
              <a:defRPr/>
            </a:pPr>
            <a:r>
              <a:rPr lang="en-GB"/>
              <a:t>Background: Measuring cognition before touch screens</a:t>
            </a:r>
          </a:p>
          <a:p>
            <a:pPr fontAlgn="auto">
              <a:spcAft>
                <a:spcPts val="0"/>
              </a:spcAft>
              <a:defRPr/>
            </a:pPr>
            <a:r>
              <a:rPr lang="en-GB"/>
              <a:t>Three case studies illustrating how touch-screen technology can be used to uncover new behavioural insights from fine-grained finger-tracking and to measure at scale and frequency in the real world.</a:t>
            </a:r>
          </a:p>
          <a:p>
            <a:pPr fontAlgn="auto">
              <a:spcAft>
                <a:spcPts val="0"/>
              </a:spcAft>
              <a:defRPr/>
            </a:pPr>
            <a:r>
              <a:rPr lang="en-GB"/>
              <a:t>Data coverage from active touch-screen assessments vs passive wearable data collection</a:t>
            </a:r>
          </a:p>
        </p:txBody>
      </p:sp>
      <p:sp>
        <p:nvSpPr>
          <p:cNvPr id="3" name="Slide Number Placeholder 2">
            <a:extLst>
              <a:ext uri="{FF2B5EF4-FFF2-40B4-BE49-F238E27FC236}">
                <a16:creationId xmlns:a16="http://schemas.microsoft.com/office/drawing/2014/main" id="{766D9774-9FA1-B85E-7271-C4FEB138E122}"/>
              </a:ext>
            </a:extLst>
          </p:cNvPr>
          <p:cNvSpPr>
            <a:spLocks noGrp="1"/>
          </p:cNvSpPr>
          <p:nvPr>
            <p:ph type="sldNum" sz="quarter" idx="10"/>
          </p:nvPr>
        </p:nvSpPr>
        <p:spPr>
          <a:xfrm>
            <a:off x="419100" y="4811554"/>
            <a:ext cx="4953000" cy="273844"/>
          </a:xfrm>
        </p:spPr>
        <p:txBody>
          <a:bodyPr/>
          <a:lstStyle/>
          <a:p>
            <a:pPr>
              <a:defRPr/>
            </a:pPr>
            <a:fld id="{F69DCA5D-C6DF-5849-B485-454276E40E4C}" type="slidenum">
              <a:rPr lang="en-US"/>
              <a:pPr>
                <a:defRPr/>
              </a:pPr>
              <a:t>2</a:t>
            </a:fld>
            <a:r>
              <a:rPr lang="en-US"/>
              <a:t> | PRIVATE AND CONFIDENTIAL | © Cambridge Cognition </a:t>
            </a:r>
            <a:fld id="{3AD53894-0F87-7B4D-B0DE-8594365A1A3A}" type="datetimeyyyy">
              <a:rPr lang="en-US"/>
              <a:pPr>
                <a:defRPr/>
              </a:pPr>
              <a:t>2026</a:t>
            </a:fld>
            <a:r>
              <a:rPr lang="en-US"/>
              <a:t>. All rights reserved. </a:t>
            </a:r>
          </a:p>
        </p:txBody>
      </p:sp>
    </p:spTree>
    <p:extLst>
      <p:ext uri="{BB962C8B-B14F-4D97-AF65-F5344CB8AC3E}">
        <p14:creationId xmlns:p14="http://schemas.microsoft.com/office/powerpoint/2010/main" val="1848695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DB6A3-0D27-30A0-510B-990C22E97B2E}"/>
            </a:ext>
          </a:extLst>
        </p:cNvPr>
        <p:cNvGrpSpPr/>
        <p:nvPr/>
      </p:nvGrpSpPr>
      <p:grpSpPr>
        <a:xfrm>
          <a:off x="0" y="0"/>
          <a:ext cx="0" cy="0"/>
          <a:chOff x="0" y="0"/>
          <a:chExt cx="0" cy="0"/>
        </a:xfrm>
      </p:grpSpPr>
      <p:sp>
        <p:nvSpPr>
          <p:cNvPr id="2" name="Content Placeholder 4">
            <a:extLst>
              <a:ext uri="{FF2B5EF4-FFF2-40B4-BE49-F238E27FC236}">
                <a16:creationId xmlns:a16="http://schemas.microsoft.com/office/drawing/2014/main" id="{BB2436A5-D8AA-E3EC-C08E-BACB41772ACD}"/>
              </a:ext>
            </a:extLst>
          </p:cNvPr>
          <p:cNvSpPr>
            <a:spLocks noGrp="1"/>
          </p:cNvSpPr>
          <p:nvPr>
            <p:ph sz="half" idx="1"/>
          </p:nvPr>
        </p:nvSpPr>
        <p:spPr>
          <a:xfrm>
            <a:off x="429985" y="1414930"/>
            <a:ext cx="2710423" cy="3324348"/>
          </a:xfrm>
        </p:spPr>
        <p:txBody>
          <a:bodyPr wrap="square" rtlCol="0" anchor="t">
            <a:normAutofit/>
          </a:bodyPr>
          <a:lstStyle/>
          <a:p>
            <a:pPr fontAlgn="auto">
              <a:spcAft>
                <a:spcPts val="0"/>
              </a:spcAft>
              <a:defRPr/>
            </a:pPr>
            <a:r>
              <a:rPr lang="en-GB" b="1"/>
              <a:t>Administration</a:t>
            </a:r>
            <a:r>
              <a:rPr lang="en-GB"/>
              <a:t>: Paper-and-pencil tests, verbal instructions, manual scoring</a:t>
            </a:r>
          </a:p>
          <a:p>
            <a:pPr fontAlgn="auto">
              <a:spcAft>
                <a:spcPts val="0"/>
              </a:spcAft>
              <a:defRPr/>
            </a:pPr>
            <a:r>
              <a:rPr lang="en-GB" b="1"/>
              <a:t>Training required</a:t>
            </a:r>
            <a:r>
              <a:rPr lang="en-GB"/>
              <a:t>: Highly trained neuropsychologists / clinical psychologists</a:t>
            </a:r>
          </a:p>
          <a:p>
            <a:pPr fontAlgn="auto">
              <a:spcAft>
                <a:spcPts val="0"/>
              </a:spcAft>
              <a:defRPr/>
            </a:pPr>
            <a:r>
              <a:rPr lang="en-GB" b="1"/>
              <a:t>Time burden:  </a:t>
            </a:r>
            <a:r>
              <a:rPr lang="en-GB"/>
              <a:t>1+  hours per patient</a:t>
            </a:r>
          </a:p>
          <a:p>
            <a:pPr fontAlgn="auto">
              <a:spcAft>
                <a:spcPts val="0"/>
              </a:spcAft>
              <a:defRPr/>
            </a:pPr>
            <a:r>
              <a:rPr lang="en-GB" b="1"/>
              <a:t>Scalability</a:t>
            </a:r>
            <a:r>
              <a:rPr lang="en-GB"/>
              <a:t>: Poor – resource-intensive, costly, difficult for large studies</a:t>
            </a:r>
          </a:p>
          <a:p>
            <a:pPr fontAlgn="auto">
              <a:spcAft>
                <a:spcPts val="0"/>
              </a:spcAft>
              <a:defRPr/>
            </a:pPr>
            <a:r>
              <a:rPr lang="en-GB" b="1"/>
              <a:t>Accessibility</a:t>
            </a:r>
            <a:r>
              <a:rPr lang="en-GB"/>
              <a:t>: Restricted by clinician availability and clinic setting</a:t>
            </a:r>
          </a:p>
        </p:txBody>
      </p:sp>
      <p:pic>
        <p:nvPicPr>
          <p:cNvPr id="1028" name="Picture 4">
            <a:extLst>
              <a:ext uri="{FF2B5EF4-FFF2-40B4-BE49-F238E27FC236}">
                <a16:creationId xmlns:a16="http://schemas.microsoft.com/office/drawing/2014/main" id="{6A722229-CA2C-0B49-04E3-0206292020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4226"/>
          <a:stretch>
            <a:fillRect/>
          </a:stretch>
        </p:blipFill>
        <p:spPr bwMode="auto">
          <a:xfrm>
            <a:off x="3305175" y="10"/>
            <a:ext cx="5838825" cy="5143490"/>
          </a:xfrm>
          <a:prstGeom prst="rect">
            <a:avLst/>
          </a:prstGeom>
          <a:solidFill>
            <a:srgbClr val="FFFFFF"/>
          </a:solidFill>
        </p:spPr>
      </p:pic>
      <p:sp>
        <p:nvSpPr>
          <p:cNvPr id="40961" name="Title 2">
            <a:extLst>
              <a:ext uri="{FF2B5EF4-FFF2-40B4-BE49-F238E27FC236}">
                <a16:creationId xmlns:a16="http://schemas.microsoft.com/office/drawing/2014/main" id="{AE384BCA-1C15-6D73-BECD-4491F2D7B853}"/>
              </a:ext>
            </a:extLst>
          </p:cNvPr>
          <p:cNvSpPr>
            <a:spLocks noGrp="1" noChangeArrowheads="1"/>
          </p:cNvSpPr>
          <p:nvPr>
            <p:ph type="title"/>
          </p:nvPr>
        </p:nvSpPr>
        <p:spPr>
          <a:xfrm>
            <a:off x="429986" y="425068"/>
            <a:ext cx="2710422" cy="490499"/>
          </a:xfrm>
        </p:spPr>
        <p:txBody>
          <a:bodyPr wrap="square" anchor="b">
            <a:normAutofit/>
          </a:bodyPr>
          <a:lstStyle/>
          <a:p>
            <a:pPr>
              <a:lnSpc>
                <a:spcPct val="90000"/>
              </a:lnSpc>
            </a:pPr>
            <a:r>
              <a:rPr lang="en-GB" altLang="en-US" sz="1400"/>
              <a:t>Measuring Cognition before touch screens</a:t>
            </a:r>
          </a:p>
        </p:txBody>
      </p:sp>
      <p:sp>
        <p:nvSpPr>
          <p:cNvPr id="5" name="Slide Number Placeholder 4">
            <a:extLst>
              <a:ext uri="{FF2B5EF4-FFF2-40B4-BE49-F238E27FC236}">
                <a16:creationId xmlns:a16="http://schemas.microsoft.com/office/drawing/2014/main" id="{2FC1C553-4ECA-6485-37C2-02F3D04C6409}"/>
              </a:ext>
            </a:extLst>
          </p:cNvPr>
          <p:cNvSpPr>
            <a:spLocks noGrp="1"/>
          </p:cNvSpPr>
          <p:nvPr>
            <p:ph type="sldNum" sz="quarter" idx="14"/>
          </p:nvPr>
        </p:nvSpPr>
        <p:spPr>
          <a:xfrm>
            <a:off x="419100" y="4811713"/>
            <a:ext cx="6438900" cy="273844"/>
          </a:xfrm>
        </p:spPr>
        <p:txBody>
          <a:bodyPr anchor="ctr">
            <a:normAutofit/>
          </a:bodyPr>
          <a:lstStyle/>
          <a:p>
            <a:pPr>
              <a:spcAft>
                <a:spcPts val="600"/>
              </a:spcAft>
              <a:defRPr/>
            </a:pPr>
            <a:fld id="{F2AE2772-99D7-E547-8E40-F5A67AC29A21}" type="slidenum">
              <a:rPr lang="en-US"/>
              <a:pPr>
                <a:spcAft>
                  <a:spcPts val="600"/>
                </a:spcAft>
                <a:defRPr/>
              </a:pPr>
              <a:t>3</a:t>
            </a:fld>
            <a:r>
              <a:rPr lang="en-US"/>
              <a:t> | PRIVATE AND CONFIDENTIAL | © Cambridge Cognition </a:t>
            </a:r>
            <a:fld id="{3AD53894-0F87-7B4D-B0DE-8594365A1A3A}" type="datetimeyyyy">
              <a:rPr lang="en-US"/>
              <a:pPr>
                <a:spcAft>
                  <a:spcPts val="600"/>
                </a:spcAft>
                <a:defRPr/>
              </a:pPr>
              <a:t>2026</a:t>
            </a:fld>
            <a:r>
              <a:rPr lang="en-US"/>
              <a:t>. All rights reserved. </a:t>
            </a:r>
          </a:p>
        </p:txBody>
      </p:sp>
    </p:spTree>
    <p:extLst>
      <p:ext uri="{BB962C8B-B14F-4D97-AF65-F5344CB8AC3E}">
        <p14:creationId xmlns:p14="http://schemas.microsoft.com/office/powerpoint/2010/main" val="1331622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62FDA-0277-0DD1-7F3B-063086E79A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F5B85B-0569-D3F8-5268-9E42B1E1203A}"/>
              </a:ext>
            </a:extLst>
          </p:cNvPr>
          <p:cNvSpPr>
            <a:spLocks noGrp="1"/>
          </p:cNvSpPr>
          <p:nvPr>
            <p:ph type="title"/>
          </p:nvPr>
        </p:nvSpPr>
        <p:spPr>
          <a:xfrm>
            <a:off x="419100" y="404019"/>
            <a:ext cx="8294688" cy="333375"/>
          </a:xfrm>
        </p:spPr>
        <p:txBody>
          <a:bodyPr rtlCol="0">
            <a:normAutofit fontScale="90000"/>
          </a:bodyPr>
          <a:lstStyle/>
          <a:p>
            <a:pPr fontAlgn="auto">
              <a:spcAft>
                <a:spcPts val="0"/>
              </a:spcAft>
              <a:defRPr/>
            </a:pPr>
            <a:r>
              <a:rPr lang="en-GB"/>
              <a:t>Case Study 1: Digit Symbol Substitution Task</a:t>
            </a:r>
          </a:p>
        </p:txBody>
      </p:sp>
      <p:sp>
        <p:nvSpPr>
          <p:cNvPr id="3" name="Slide Number Placeholder 2">
            <a:extLst>
              <a:ext uri="{FF2B5EF4-FFF2-40B4-BE49-F238E27FC236}">
                <a16:creationId xmlns:a16="http://schemas.microsoft.com/office/drawing/2014/main" id="{0A4A94F2-573C-CD18-F767-C65A9D346419}"/>
              </a:ext>
            </a:extLst>
          </p:cNvPr>
          <p:cNvSpPr>
            <a:spLocks noGrp="1"/>
          </p:cNvSpPr>
          <p:nvPr>
            <p:ph type="sldNum" sz="quarter" idx="10"/>
          </p:nvPr>
        </p:nvSpPr>
        <p:spPr>
          <a:xfrm>
            <a:off x="419100" y="4811554"/>
            <a:ext cx="4953000" cy="273844"/>
          </a:xfrm>
        </p:spPr>
        <p:txBody>
          <a:bodyPr/>
          <a:lstStyle/>
          <a:p>
            <a:pPr>
              <a:defRPr/>
            </a:pPr>
            <a:fld id="{F69DCA5D-C6DF-5849-B485-454276E40E4C}" type="slidenum">
              <a:rPr lang="en-US"/>
              <a:pPr>
                <a:defRPr/>
              </a:pPr>
              <a:t>4</a:t>
            </a:fld>
            <a:r>
              <a:rPr lang="en-US"/>
              <a:t> | PRIVATE AND CONFIDENTIAL | © Cambridge Cognition </a:t>
            </a:r>
            <a:fld id="{3AD53894-0F87-7B4D-B0DE-8594365A1A3A}" type="datetimeyyyy">
              <a:rPr lang="en-US"/>
              <a:pPr>
                <a:defRPr/>
              </a:pPr>
              <a:t>2026</a:t>
            </a:fld>
            <a:r>
              <a:rPr lang="en-US"/>
              <a:t>. All rights reserved. </a:t>
            </a:r>
          </a:p>
        </p:txBody>
      </p:sp>
      <p:sp>
        <p:nvSpPr>
          <p:cNvPr id="26" name="Content Placeholder 4">
            <a:extLst>
              <a:ext uri="{FF2B5EF4-FFF2-40B4-BE49-F238E27FC236}">
                <a16:creationId xmlns:a16="http://schemas.microsoft.com/office/drawing/2014/main" id="{9A46BD6C-97F5-94D6-C47D-59AC99187D15}"/>
              </a:ext>
            </a:extLst>
          </p:cNvPr>
          <p:cNvSpPr>
            <a:spLocks noGrp="1"/>
          </p:cNvSpPr>
          <p:nvPr>
            <p:ph sz="half" idx="1"/>
          </p:nvPr>
        </p:nvSpPr>
        <p:spPr>
          <a:xfrm>
            <a:off x="430213" y="1124745"/>
            <a:ext cx="4578816" cy="2015144"/>
          </a:xfrm>
        </p:spPr>
        <p:txBody>
          <a:bodyPr rtlCol="0"/>
          <a:lstStyle/>
          <a:p>
            <a:pPr fontAlgn="auto">
              <a:spcAft>
                <a:spcPts val="0"/>
              </a:spcAft>
              <a:defRPr/>
            </a:pPr>
            <a:r>
              <a:rPr lang="en-GB"/>
              <a:t>The Digit Symbol Substitution Test (DSST) is a very brief paper-and-pencil task where people match numbers to symbols as quickly as possible</a:t>
            </a:r>
          </a:p>
          <a:p>
            <a:pPr fontAlgn="auto">
              <a:spcAft>
                <a:spcPts val="0"/>
              </a:spcAft>
              <a:defRPr/>
            </a:pPr>
            <a:r>
              <a:rPr lang="en-GB"/>
              <a:t>Widely used cognitive tests in research and medicine, with hundreds of publications across aging, dementia, depression, schizophrenia, brain injury, drug effects, and many other conditions, because it is fast, language-light, and highly sensitive to cognitive change.</a:t>
            </a:r>
          </a:p>
          <a:p>
            <a:pPr fontAlgn="auto">
              <a:spcAft>
                <a:spcPts val="0"/>
              </a:spcAft>
              <a:defRPr/>
            </a:pPr>
            <a:r>
              <a:rPr lang="en-GB"/>
              <a:t>The outcome measure is the number of correct symbols written in 90 seconds.</a:t>
            </a:r>
          </a:p>
        </p:txBody>
      </p:sp>
      <p:pic>
        <p:nvPicPr>
          <p:cNvPr id="2050" name="Picture 2" descr="Digit Symbol Substitution Test (DSST, Wechsler, 1997): the DSST... |  Download Scientific Diagram">
            <a:extLst>
              <a:ext uri="{FF2B5EF4-FFF2-40B4-BE49-F238E27FC236}">
                <a16:creationId xmlns:a16="http://schemas.microsoft.com/office/drawing/2014/main" id="{3983DA07-8C69-BD14-5DE8-D2A91063E6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4523" y="1124745"/>
            <a:ext cx="3691218" cy="1641823"/>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81906CB4-BE40-A002-E857-084BFBECC77B}"/>
              </a:ext>
            </a:extLst>
          </p:cNvPr>
          <p:cNvPicPr>
            <a:picLocks noChangeAspect="1"/>
          </p:cNvPicPr>
          <p:nvPr/>
        </p:nvPicPr>
        <p:blipFill>
          <a:blip r:embed="rId3"/>
          <a:stretch>
            <a:fillRect/>
          </a:stretch>
        </p:blipFill>
        <p:spPr>
          <a:xfrm>
            <a:off x="5372100" y="2685557"/>
            <a:ext cx="2050678" cy="528973"/>
          </a:xfrm>
          <a:prstGeom prst="rect">
            <a:avLst/>
          </a:prstGeom>
        </p:spPr>
      </p:pic>
    </p:spTree>
    <p:extLst>
      <p:ext uri="{BB962C8B-B14F-4D97-AF65-F5344CB8AC3E}">
        <p14:creationId xmlns:p14="http://schemas.microsoft.com/office/powerpoint/2010/main" val="3396774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97027-8E4C-6560-B63A-762BF112443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C229C9-F9C2-691B-3045-D202C35BDE02}"/>
              </a:ext>
            </a:extLst>
          </p:cNvPr>
          <p:cNvSpPr>
            <a:spLocks noGrp="1"/>
          </p:cNvSpPr>
          <p:nvPr>
            <p:ph type="title"/>
          </p:nvPr>
        </p:nvSpPr>
        <p:spPr>
          <a:xfrm>
            <a:off x="419100" y="404019"/>
            <a:ext cx="8294688" cy="333375"/>
          </a:xfrm>
        </p:spPr>
        <p:txBody>
          <a:bodyPr rtlCol="0">
            <a:normAutofit fontScale="90000"/>
          </a:bodyPr>
          <a:lstStyle/>
          <a:p>
            <a:pPr fontAlgn="auto">
              <a:spcAft>
                <a:spcPts val="0"/>
              </a:spcAft>
              <a:defRPr/>
            </a:pPr>
            <a:r>
              <a:rPr lang="en-GB"/>
              <a:t>Case Study 1: Digit Symbol Substitution Task</a:t>
            </a:r>
          </a:p>
        </p:txBody>
      </p:sp>
      <p:sp>
        <p:nvSpPr>
          <p:cNvPr id="3" name="Slide Number Placeholder 2">
            <a:extLst>
              <a:ext uri="{FF2B5EF4-FFF2-40B4-BE49-F238E27FC236}">
                <a16:creationId xmlns:a16="http://schemas.microsoft.com/office/drawing/2014/main" id="{FB114B90-384B-A935-9EA8-46BFB4591A0E}"/>
              </a:ext>
            </a:extLst>
          </p:cNvPr>
          <p:cNvSpPr>
            <a:spLocks noGrp="1"/>
          </p:cNvSpPr>
          <p:nvPr>
            <p:ph type="sldNum" sz="quarter" idx="10"/>
          </p:nvPr>
        </p:nvSpPr>
        <p:spPr>
          <a:xfrm>
            <a:off x="419100" y="4811554"/>
            <a:ext cx="4953000" cy="273844"/>
          </a:xfrm>
        </p:spPr>
        <p:txBody>
          <a:bodyPr/>
          <a:lstStyle/>
          <a:p>
            <a:pPr>
              <a:defRPr/>
            </a:pPr>
            <a:fld id="{F69DCA5D-C6DF-5849-B485-454276E40E4C}" type="slidenum">
              <a:rPr lang="en-US"/>
              <a:pPr>
                <a:defRPr/>
              </a:pPr>
              <a:t>5</a:t>
            </a:fld>
            <a:r>
              <a:rPr lang="en-US"/>
              <a:t> | PRIVATE AND CONFIDENTIAL | © Cambridge Cognition </a:t>
            </a:r>
            <a:fld id="{3AD53894-0F87-7B4D-B0DE-8594365A1A3A}" type="datetimeyyyy">
              <a:rPr lang="en-US"/>
              <a:pPr>
                <a:defRPr/>
              </a:pPr>
              <a:t>2026</a:t>
            </a:fld>
            <a:r>
              <a:rPr lang="en-US"/>
              <a:t>. All rights reserved. </a:t>
            </a:r>
          </a:p>
        </p:txBody>
      </p:sp>
      <p:pic>
        <p:nvPicPr>
          <p:cNvPr id="25" name="Picture 24">
            <a:extLst>
              <a:ext uri="{FF2B5EF4-FFF2-40B4-BE49-F238E27FC236}">
                <a16:creationId xmlns:a16="http://schemas.microsoft.com/office/drawing/2014/main" id="{8A0AB212-CF11-BC12-9443-CE1876776F72}"/>
              </a:ext>
            </a:extLst>
          </p:cNvPr>
          <p:cNvPicPr>
            <a:picLocks noChangeAspect="1"/>
          </p:cNvPicPr>
          <p:nvPr/>
        </p:nvPicPr>
        <p:blipFill>
          <a:blip r:embed="rId2"/>
          <a:stretch>
            <a:fillRect/>
          </a:stretch>
        </p:blipFill>
        <p:spPr>
          <a:xfrm>
            <a:off x="5009029" y="856774"/>
            <a:ext cx="3937000" cy="1917700"/>
          </a:xfrm>
          <a:prstGeom prst="rect">
            <a:avLst/>
          </a:prstGeom>
        </p:spPr>
      </p:pic>
      <p:sp>
        <p:nvSpPr>
          <p:cNvPr id="26" name="Content Placeholder 4">
            <a:extLst>
              <a:ext uri="{FF2B5EF4-FFF2-40B4-BE49-F238E27FC236}">
                <a16:creationId xmlns:a16="http://schemas.microsoft.com/office/drawing/2014/main" id="{A3BFD05D-06AB-AE82-898A-2799B352F353}"/>
              </a:ext>
            </a:extLst>
          </p:cNvPr>
          <p:cNvSpPr>
            <a:spLocks noGrp="1"/>
          </p:cNvSpPr>
          <p:nvPr>
            <p:ph sz="half" idx="1"/>
          </p:nvPr>
        </p:nvSpPr>
        <p:spPr>
          <a:xfrm>
            <a:off x="336084" y="856773"/>
            <a:ext cx="4578816" cy="3587479"/>
          </a:xfrm>
        </p:spPr>
        <p:txBody>
          <a:bodyPr rtlCol="0"/>
          <a:lstStyle/>
          <a:p>
            <a:pPr fontAlgn="auto">
              <a:spcAft>
                <a:spcPts val="0"/>
              </a:spcAft>
              <a:defRPr/>
            </a:pPr>
            <a:r>
              <a:rPr lang="en-GB"/>
              <a:t>We have developed and validated a digital variant of the DSST which requires participants to draw the responses to the corresponding number. This enables the capture not only total correct responses, corresponding to the pencil and paper version, but also detailed timing information including the onset of the response and the time taken to draw the shape. </a:t>
            </a:r>
          </a:p>
          <a:p>
            <a:pPr fontAlgn="auto">
              <a:spcAft>
                <a:spcPts val="0"/>
              </a:spcAft>
              <a:defRPr/>
            </a:pPr>
            <a:r>
              <a:rPr lang="en-GB"/>
              <a:t>This detailed timing information may provide additional insights in the factors driving performance on this task, and potentially the ability to differentiate motoric from cognitive aspects of the overall score.</a:t>
            </a:r>
          </a:p>
          <a:p>
            <a:pPr fontAlgn="auto">
              <a:spcAft>
                <a:spcPts val="0"/>
              </a:spcAft>
              <a:defRPr/>
            </a:pPr>
            <a:r>
              <a:rPr lang="en-GB"/>
              <a:t>For example, we have observed differences in the reaction time vs drawing time between Huntingdon's disease and Parkinson’s patients.</a:t>
            </a:r>
          </a:p>
          <a:p>
            <a:pPr fontAlgn="auto">
              <a:spcAft>
                <a:spcPts val="0"/>
              </a:spcAft>
              <a:defRPr/>
            </a:pPr>
            <a:r>
              <a:rPr lang="en-GB"/>
              <a:t>The rich tracking information available in touch screen devices enables fine-grain distinctions in behaviour not visible from the course-grain pencil and paper measurement.</a:t>
            </a:r>
          </a:p>
          <a:p>
            <a:pPr fontAlgn="auto">
              <a:spcAft>
                <a:spcPts val="0"/>
              </a:spcAft>
              <a:defRPr/>
            </a:pPr>
            <a:endParaRPr lang="en-GB"/>
          </a:p>
          <a:p>
            <a:pPr fontAlgn="auto">
              <a:spcAft>
                <a:spcPts val="0"/>
              </a:spcAft>
              <a:defRPr/>
            </a:pPr>
            <a:endParaRPr lang="en-GB"/>
          </a:p>
          <a:p>
            <a:pPr fontAlgn="auto">
              <a:spcAft>
                <a:spcPts val="0"/>
              </a:spcAft>
              <a:defRPr/>
            </a:pPr>
            <a:endParaRPr lang="en-GB"/>
          </a:p>
        </p:txBody>
      </p:sp>
      <p:pic>
        <p:nvPicPr>
          <p:cNvPr id="2" name="Picture 1">
            <a:extLst>
              <a:ext uri="{FF2B5EF4-FFF2-40B4-BE49-F238E27FC236}">
                <a16:creationId xmlns:a16="http://schemas.microsoft.com/office/drawing/2014/main" id="{706E878B-119E-0845-2242-96513D46B065}"/>
              </a:ext>
            </a:extLst>
          </p:cNvPr>
          <p:cNvPicPr>
            <a:picLocks noChangeAspect="1"/>
          </p:cNvPicPr>
          <p:nvPr/>
        </p:nvPicPr>
        <p:blipFill>
          <a:blip r:embed="rId3"/>
          <a:stretch>
            <a:fillRect/>
          </a:stretch>
        </p:blipFill>
        <p:spPr>
          <a:xfrm>
            <a:off x="5009029" y="2898234"/>
            <a:ext cx="3581026" cy="1696276"/>
          </a:xfrm>
          <a:prstGeom prst="rect">
            <a:avLst/>
          </a:prstGeom>
        </p:spPr>
      </p:pic>
    </p:spTree>
    <p:extLst>
      <p:ext uri="{BB962C8B-B14F-4D97-AF65-F5344CB8AC3E}">
        <p14:creationId xmlns:p14="http://schemas.microsoft.com/office/powerpoint/2010/main" val="341518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4A390-8A53-1CB2-3C5C-105112F5E4D8}"/>
            </a:ext>
          </a:extLst>
        </p:cNvPr>
        <p:cNvGrpSpPr/>
        <p:nvPr/>
      </p:nvGrpSpPr>
      <p:grpSpPr>
        <a:xfrm>
          <a:off x="0" y="0"/>
          <a:ext cx="0" cy="0"/>
          <a:chOff x="0" y="0"/>
          <a:chExt cx="0" cy="0"/>
        </a:xfrm>
      </p:grpSpPr>
      <p:sp>
        <p:nvSpPr>
          <p:cNvPr id="40961" name="Title 2">
            <a:extLst>
              <a:ext uri="{FF2B5EF4-FFF2-40B4-BE49-F238E27FC236}">
                <a16:creationId xmlns:a16="http://schemas.microsoft.com/office/drawing/2014/main" id="{B53AEF28-8CA5-4FAF-A1D1-1D81FB0E3B83}"/>
              </a:ext>
            </a:extLst>
          </p:cNvPr>
          <p:cNvSpPr>
            <a:spLocks noGrp="1" noChangeArrowheads="1"/>
          </p:cNvSpPr>
          <p:nvPr>
            <p:ph type="title"/>
          </p:nvPr>
        </p:nvSpPr>
        <p:spPr>
          <a:xfrm>
            <a:off x="438629" y="419525"/>
            <a:ext cx="2710422" cy="496042"/>
          </a:xfrm>
        </p:spPr>
        <p:txBody>
          <a:bodyPr vert="horz" wrap="square" lIns="45720" tIns="22860" rIns="45720" bIns="22860" numCol="1" anchor="b" anchorCtr="0" compatLnSpc="1">
            <a:prstTxWarp prst="textNoShape">
              <a:avLst/>
            </a:prstTxWarp>
            <a:normAutofit/>
          </a:bodyPr>
          <a:lstStyle/>
          <a:p>
            <a:r>
              <a:rPr lang="en-GB" altLang="en-US" b="1" kern="1200">
                <a:latin typeface="+mj-lt"/>
                <a:ea typeface="+mj-ea"/>
                <a:cs typeface="+mj-cs"/>
              </a:rPr>
              <a:t>Case study 2: Intuition</a:t>
            </a:r>
          </a:p>
        </p:txBody>
      </p:sp>
      <p:sp>
        <p:nvSpPr>
          <p:cNvPr id="4" name="TextBox 3">
            <a:extLst>
              <a:ext uri="{FF2B5EF4-FFF2-40B4-BE49-F238E27FC236}">
                <a16:creationId xmlns:a16="http://schemas.microsoft.com/office/drawing/2014/main" id="{2F21C641-54D6-2518-376E-A98574633362}"/>
              </a:ext>
            </a:extLst>
          </p:cNvPr>
          <p:cNvSpPr txBox="1"/>
          <p:nvPr/>
        </p:nvSpPr>
        <p:spPr bwMode="auto">
          <a:xfrm>
            <a:off x="426619" y="1179297"/>
            <a:ext cx="2710423" cy="3324348"/>
          </a:xfrm>
          <a:prstGeom prst="rect">
            <a:avLst/>
          </a:prstGeom>
          <a:noFill/>
          <a:ln>
            <a:noFill/>
          </a:ln>
        </p:spPr>
        <p:txBody>
          <a:bodyPr vert="horz" wrap="square" lIns="45720" tIns="22860" rIns="45720" bIns="22860" numCol="1" rtlCol="0" anchor="t" anchorCtr="0" compatLnSpc="1">
            <a:prstTxWarp prst="textNoShape">
              <a:avLst/>
            </a:prstTxWarp>
            <a:normAutofit/>
          </a:bodyPr>
          <a:lstStyle/>
          <a:p>
            <a:pPr marL="114300" indent="-114300" eaLnBrk="1" hangingPunct="1">
              <a:lnSpc>
                <a:spcPct val="90000"/>
              </a:lnSpc>
              <a:spcBef>
                <a:spcPts val="500"/>
              </a:spcBef>
              <a:buFont typeface="Arial" panose="020B0604020202020204" pitchFamily="34" charset="0"/>
              <a:buChar char="•"/>
            </a:pPr>
            <a:r>
              <a:rPr lang="en-GB" sz="850" b="1">
                <a:solidFill>
                  <a:schemeClr val="bg2"/>
                </a:solidFill>
                <a:latin typeface="+mn-lt"/>
              </a:rPr>
              <a:t>Project Intuition Study Overview</a:t>
            </a:r>
            <a:endParaRPr lang="en-GB" sz="850">
              <a:solidFill>
                <a:schemeClr val="bg2"/>
              </a:solidFill>
              <a:latin typeface="+mn-lt"/>
            </a:endParaRPr>
          </a:p>
          <a:p>
            <a:pPr marL="114300" indent="-114300" eaLnBrk="1" hangingPunct="1">
              <a:lnSpc>
                <a:spcPct val="90000"/>
              </a:lnSpc>
              <a:spcBef>
                <a:spcPts val="500"/>
              </a:spcBef>
              <a:buFont typeface="Arial" panose="020B0604020202020204" pitchFamily="34" charset="0"/>
              <a:buChar char="•"/>
            </a:pPr>
            <a:r>
              <a:rPr lang="en-GB" sz="850" b="1">
                <a:solidFill>
                  <a:schemeClr val="bg2"/>
                </a:solidFill>
                <a:latin typeface="+mn-lt"/>
              </a:rPr>
              <a:t>Scale</a:t>
            </a:r>
            <a:r>
              <a:rPr lang="en-GB" sz="850">
                <a:solidFill>
                  <a:schemeClr val="bg2"/>
                </a:solidFill>
                <a:latin typeface="+mn-lt"/>
              </a:rPr>
              <a:t>: 23,004 US adults aged 21-86 years enrolled (September 2021 - March 2023)</a:t>
            </a:r>
            <a:endParaRPr lang="en-GB" sz="850">
              <a:solidFill>
                <a:schemeClr val="bg2"/>
              </a:solidFill>
              <a:latin typeface="+mn-lt"/>
              <a:cs typeface="Poppins"/>
            </a:endParaRPr>
          </a:p>
          <a:p>
            <a:pPr marL="114300" indent="-114300" eaLnBrk="1" hangingPunct="1">
              <a:lnSpc>
                <a:spcPct val="90000"/>
              </a:lnSpc>
              <a:spcBef>
                <a:spcPts val="500"/>
              </a:spcBef>
              <a:buFont typeface="Arial" panose="020B0604020202020204" pitchFamily="34" charset="0"/>
              <a:buChar char="•"/>
            </a:pPr>
            <a:r>
              <a:rPr lang="en-GB" sz="850" b="1">
                <a:solidFill>
                  <a:schemeClr val="bg2"/>
                </a:solidFill>
                <a:latin typeface="+mn-lt"/>
              </a:rPr>
              <a:t>Duration</a:t>
            </a:r>
            <a:r>
              <a:rPr lang="en-GB" sz="850">
                <a:solidFill>
                  <a:schemeClr val="bg2"/>
                </a:solidFill>
                <a:latin typeface="+mn-lt"/>
              </a:rPr>
              <a:t>: 24-month observation window per participant</a:t>
            </a:r>
            <a:endParaRPr lang="en-GB" sz="850">
              <a:solidFill>
                <a:schemeClr val="bg2"/>
              </a:solidFill>
              <a:latin typeface="+mn-lt"/>
              <a:cs typeface="Poppins"/>
            </a:endParaRPr>
          </a:p>
          <a:p>
            <a:pPr marL="114300" indent="-114300" eaLnBrk="1" hangingPunct="1">
              <a:lnSpc>
                <a:spcPct val="90000"/>
              </a:lnSpc>
              <a:spcBef>
                <a:spcPts val="500"/>
              </a:spcBef>
              <a:buFont typeface="Arial" panose="020B0604020202020204" pitchFamily="34" charset="0"/>
              <a:buChar char="•"/>
            </a:pPr>
            <a:r>
              <a:rPr lang="en-GB" sz="850" b="1">
                <a:solidFill>
                  <a:schemeClr val="bg2"/>
                </a:solidFill>
                <a:latin typeface="+mn-lt"/>
              </a:rPr>
              <a:t>Technology</a:t>
            </a:r>
            <a:r>
              <a:rPr lang="en-GB" sz="850">
                <a:solidFill>
                  <a:schemeClr val="bg2"/>
                </a:solidFill>
                <a:latin typeface="+mn-lt"/>
              </a:rPr>
              <a:t>: Custom iPhone app + Apple Watch for multimodal data collection</a:t>
            </a:r>
            <a:endParaRPr lang="en-GB" sz="850">
              <a:solidFill>
                <a:schemeClr val="bg2"/>
              </a:solidFill>
              <a:latin typeface="+mn-lt"/>
              <a:cs typeface="Poppins"/>
            </a:endParaRPr>
          </a:p>
          <a:p>
            <a:pPr marL="114300" indent="-114300" eaLnBrk="1" hangingPunct="1">
              <a:lnSpc>
                <a:spcPct val="90000"/>
              </a:lnSpc>
              <a:spcBef>
                <a:spcPts val="500"/>
              </a:spcBef>
              <a:buFont typeface="Arial" panose="020B0604020202020204" pitchFamily="34" charset="0"/>
              <a:buChar char="•"/>
            </a:pPr>
            <a:r>
              <a:rPr lang="en-GB" sz="850" b="1">
                <a:solidFill>
                  <a:schemeClr val="bg2"/>
                </a:solidFill>
                <a:latin typeface="+mn-lt"/>
              </a:rPr>
              <a:t>Active assessments</a:t>
            </a:r>
            <a:r>
              <a:rPr lang="en-GB" sz="850">
                <a:solidFill>
                  <a:schemeClr val="bg2"/>
                </a:solidFill>
                <a:latin typeface="+mn-lt"/>
              </a:rPr>
              <a:t>:</a:t>
            </a:r>
            <a:endParaRPr lang="en-GB" sz="850">
              <a:solidFill>
                <a:schemeClr val="bg2"/>
              </a:solidFill>
              <a:latin typeface="+mn-lt"/>
              <a:cs typeface="Poppins"/>
            </a:endParaRPr>
          </a:p>
          <a:p>
            <a:pPr marL="114300" indent="-114300" eaLnBrk="1" hangingPunct="1">
              <a:lnSpc>
                <a:spcPct val="90000"/>
              </a:lnSpc>
              <a:spcBef>
                <a:spcPts val="500"/>
              </a:spcBef>
              <a:buFont typeface="Arial" panose="020B0604020202020204" pitchFamily="34" charset="0"/>
              <a:buChar char="•"/>
            </a:pPr>
            <a:r>
              <a:rPr lang="en-GB" sz="850">
                <a:solidFill>
                  <a:schemeClr val="bg2"/>
                </a:solidFill>
                <a:latin typeface="+mn-lt"/>
              </a:rPr>
              <a:t>Monthly 30-minute CANTAB cognitive batteries</a:t>
            </a:r>
            <a:endParaRPr lang="en-GB" sz="850">
              <a:solidFill>
                <a:schemeClr val="bg2"/>
              </a:solidFill>
              <a:latin typeface="+mn-lt"/>
              <a:cs typeface="Poppins"/>
            </a:endParaRPr>
          </a:p>
          <a:p>
            <a:pPr marL="114300" indent="-114300" eaLnBrk="1" hangingPunct="1">
              <a:lnSpc>
                <a:spcPct val="90000"/>
              </a:lnSpc>
              <a:spcBef>
                <a:spcPts val="500"/>
              </a:spcBef>
              <a:buFont typeface="Arial" panose="020B0604020202020204" pitchFamily="34" charset="0"/>
              <a:buChar char="•"/>
            </a:pPr>
            <a:r>
              <a:rPr lang="en-GB" sz="850">
                <a:solidFill>
                  <a:schemeClr val="bg2"/>
                </a:solidFill>
                <a:latin typeface="+mn-lt"/>
              </a:rPr>
              <a:t>Quarterly high-frequency "burst" testing (3x daily for 2 weeks)</a:t>
            </a:r>
            <a:endParaRPr lang="en-GB" sz="850">
              <a:solidFill>
                <a:schemeClr val="bg2"/>
              </a:solidFill>
              <a:latin typeface="+mn-lt"/>
              <a:cs typeface="Poppins"/>
            </a:endParaRPr>
          </a:p>
          <a:p>
            <a:pPr marL="114300" indent="-114300" eaLnBrk="1" hangingPunct="1">
              <a:lnSpc>
                <a:spcPct val="90000"/>
              </a:lnSpc>
              <a:spcBef>
                <a:spcPts val="500"/>
              </a:spcBef>
              <a:buFont typeface="Arial" panose="020B0604020202020204" pitchFamily="34" charset="0"/>
              <a:buChar char="•"/>
            </a:pPr>
            <a:r>
              <a:rPr lang="en-GB" sz="850" b="1">
                <a:solidFill>
                  <a:schemeClr val="bg2"/>
                </a:solidFill>
                <a:latin typeface="+mn-lt"/>
              </a:rPr>
              <a:t>Passive monitoring</a:t>
            </a:r>
            <a:r>
              <a:rPr lang="en-GB" sz="850">
                <a:solidFill>
                  <a:schemeClr val="bg2"/>
                </a:solidFill>
                <a:latin typeface="+mn-lt"/>
              </a:rPr>
              <a:t>: Continuous collection from routine device use</a:t>
            </a:r>
            <a:endParaRPr lang="en-GB" sz="850">
              <a:solidFill>
                <a:schemeClr val="bg2"/>
              </a:solidFill>
              <a:latin typeface="+mn-lt"/>
              <a:cs typeface="Poppins"/>
            </a:endParaRPr>
          </a:p>
          <a:p>
            <a:pPr marL="114300" indent="-114300" eaLnBrk="1" hangingPunct="1">
              <a:lnSpc>
                <a:spcPct val="90000"/>
              </a:lnSpc>
              <a:spcBef>
                <a:spcPts val="500"/>
              </a:spcBef>
              <a:buFont typeface="Arial" panose="020B0604020202020204" pitchFamily="34" charset="0"/>
              <a:buChar char="•"/>
            </a:pPr>
            <a:r>
              <a:rPr lang="en-GB" sz="850" b="1">
                <a:solidFill>
                  <a:schemeClr val="bg2"/>
                </a:solidFill>
                <a:latin typeface="+mn-lt"/>
              </a:rPr>
              <a:t>Time commitment</a:t>
            </a:r>
            <a:r>
              <a:rPr lang="en-GB" sz="850">
                <a:solidFill>
                  <a:schemeClr val="bg2"/>
                </a:solidFill>
                <a:latin typeface="+mn-lt"/>
              </a:rPr>
              <a:t>: ~1 hour per month for active tasks</a:t>
            </a:r>
            <a:endParaRPr lang="en-GB" sz="850">
              <a:solidFill>
                <a:schemeClr val="bg2"/>
              </a:solidFill>
              <a:latin typeface="+mn-lt"/>
              <a:cs typeface="Poppins"/>
            </a:endParaRPr>
          </a:p>
          <a:p>
            <a:pPr marL="114300" indent="-114300" eaLnBrk="1" hangingPunct="1">
              <a:lnSpc>
                <a:spcPct val="90000"/>
              </a:lnSpc>
              <a:spcBef>
                <a:spcPts val="500"/>
              </a:spcBef>
              <a:buFont typeface="Arial" panose="020B0604020202020204" pitchFamily="34" charset="0"/>
              <a:buChar char="•"/>
            </a:pPr>
            <a:r>
              <a:rPr lang="en-GB" sz="850" b="1">
                <a:solidFill>
                  <a:schemeClr val="bg2"/>
                </a:solidFill>
                <a:latin typeface="+mn-lt"/>
              </a:rPr>
              <a:t>Data types</a:t>
            </a:r>
            <a:r>
              <a:rPr lang="en-GB" sz="850">
                <a:solidFill>
                  <a:schemeClr val="bg2"/>
                </a:solidFill>
                <a:latin typeface="+mn-lt"/>
              </a:rPr>
              <a:t>: Cognitive assessments, self-reported health, routine device metrics</a:t>
            </a:r>
            <a:endParaRPr lang="en-GB" sz="850">
              <a:solidFill>
                <a:schemeClr val="bg2"/>
              </a:solidFill>
              <a:latin typeface="+mn-lt"/>
              <a:cs typeface="Poppins"/>
            </a:endParaRPr>
          </a:p>
          <a:p>
            <a:pPr marL="114300" indent="-114300" eaLnBrk="1" hangingPunct="1">
              <a:lnSpc>
                <a:spcPct val="90000"/>
              </a:lnSpc>
              <a:spcBef>
                <a:spcPts val="500"/>
              </a:spcBef>
              <a:buFont typeface="Arial" panose="020B0604020202020204" pitchFamily="34" charset="0"/>
              <a:buChar char="•"/>
            </a:pPr>
            <a:endParaRPr lang="en-GB" sz="850">
              <a:solidFill>
                <a:schemeClr val="bg2"/>
              </a:solidFill>
              <a:latin typeface="+mn-lt"/>
            </a:endParaRPr>
          </a:p>
        </p:txBody>
      </p:sp>
      <p:pic>
        <p:nvPicPr>
          <p:cNvPr id="6" name="Picture 5">
            <a:extLst>
              <a:ext uri="{FF2B5EF4-FFF2-40B4-BE49-F238E27FC236}">
                <a16:creationId xmlns:a16="http://schemas.microsoft.com/office/drawing/2014/main" id="{40E0892A-CF2D-5EF5-AD1C-176B1F6978A9}"/>
              </a:ext>
            </a:extLst>
          </p:cNvPr>
          <p:cNvPicPr>
            <a:picLocks noChangeAspect="1"/>
          </p:cNvPicPr>
          <p:nvPr/>
        </p:nvPicPr>
        <p:blipFill>
          <a:blip r:embed="rId2"/>
          <a:stretch>
            <a:fillRect/>
          </a:stretch>
        </p:blipFill>
        <p:spPr>
          <a:xfrm>
            <a:off x="3925896" y="745629"/>
            <a:ext cx="4953000" cy="3578542"/>
          </a:xfrm>
          <a:prstGeom prst="rect">
            <a:avLst/>
          </a:prstGeom>
          <a:noFill/>
        </p:spPr>
      </p:pic>
      <p:sp>
        <p:nvSpPr>
          <p:cNvPr id="5" name="Slide Number Placeholder 4">
            <a:extLst>
              <a:ext uri="{FF2B5EF4-FFF2-40B4-BE49-F238E27FC236}">
                <a16:creationId xmlns:a16="http://schemas.microsoft.com/office/drawing/2014/main" id="{ACDD3D28-C1BC-1863-E408-D5DB4418044E}"/>
              </a:ext>
            </a:extLst>
          </p:cNvPr>
          <p:cNvSpPr>
            <a:spLocks noGrp="1"/>
          </p:cNvSpPr>
          <p:nvPr>
            <p:ph type="sldNum" sz="quarter" idx="14"/>
          </p:nvPr>
        </p:nvSpPr>
        <p:spPr>
          <a:xfrm>
            <a:off x="419100" y="4811713"/>
            <a:ext cx="6438900" cy="273844"/>
          </a:xfrm>
        </p:spPr>
        <p:txBody>
          <a:bodyPr vert="horz" lIns="45720" tIns="22860" rIns="45720" bIns="22860" rtlCol="0" anchor="ctr">
            <a:normAutofit/>
          </a:bodyPr>
          <a:lstStyle/>
          <a:p>
            <a:pPr>
              <a:spcAft>
                <a:spcPts val="300"/>
              </a:spcAft>
              <a:defRPr/>
            </a:pPr>
            <a:fld id="{F2AE2772-99D7-E547-8E40-F5A67AC29A21}" type="slidenum">
              <a:rPr lang="en-US"/>
              <a:pPr>
                <a:spcAft>
                  <a:spcPts val="300"/>
                </a:spcAft>
                <a:defRPr/>
              </a:pPr>
              <a:t>6</a:t>
            </a:fld>
            <a:r>
              <a:rPr lang="en-US"/>
              <a:t> | PRIVATE AND CONFIDENTIAL | © Cambridge Cognition </a:t>
            </a:r>
            <a:fld id="{3AD53894-0F87-7B4D-B0DE-8594365A1A3A}" type="datetimeyyyy">
              <a:rPr lang="en-US"/>
              <a:pPr>
                <a:spcAft>
                  <a:spcPts val="300"/>
                </a:spcAft>
                <a:defRPr/>
              </a:pPr>
              <a:t>2026</a:t>
            </a:fld>
            <a:r>
              <a:rPr lang="en-US"/>
              <a:t>. All rights reserved. </a:t>
            </a:r>
          </a:p>
        </p:txBody>
      </p:sp>
    </p:spTree>
    <p:extLst>
      <p:ext uri="{BB962C8B-B14F-4D97-AF65-F5344CB8AC3E}">
        <p14:creationId xmlns:p14="http://schemas.microsoft.com/office/powerpoint/2010/main" val="3090869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E51D6-FBB9-73B1-1D3A-792C87FF9BF6}"/>
            </a:ext>
          </a:extLst>
        </p:cNvPr>
        <p:cNvGrpSpPr/>
        <p:nvPr/>
      </p:nvGrpSpPr>
      <p:grpSpPr>
        <a:xfrm>
          <a:off x="0" y="0"/>
          <a:ext cx="0" cy="0"/>
          <a:chOff x="0" y="0"/>
          <a:chExt cx="0" cy="0"/>
        </a:xfrm>
      </p:grpSpPr>
      <p:sp>
        <p:nvSpPr>
          <p:cNvPr id="40961" name="Title 2">
            <a:extLst>
              <a:ext uri="{FF2B5EF4-FFF2-40B4-BE49-F238E27FC236}">
                <a16:creationId xmlns:a16="http://schemas.microsoft.com/office/drawing/2014/main" id="{C3113045-164F-3F32-7451-65D86A151E73}"/>
              </a:ext>
            </a:extLst>
          </p:cNvPr>
          <p:cNvSpPr>
            <a:spLocks noGrp="1" noChangeArrowheads="1"/>
          </p:cNvSpPr>
          <p:nvPr>
            <p:ph type="title"/>
          </p:nvPr>
        </p:nvSpPr>
        <p:spPr>
          <a:xfrm>
            <a:off x="441325" y="611982"/>
            <a:ext cx="8295482" cy="699294"/>
          </a:xfrm>
        </p:spPr>
        <p:txBody>
          <a:bodyPr>
            <a:normAutofit fontScale="90000"/>
          </a:bodyPr>
          <a:lstStyle/>
          <a:p>
            <a:r>
              <a:rPr lang="en-US"/>
              <a:t>Monthly 30 minute multi-domain battery</a:t>
            </a:r>
            <a:br>
              <a:rPr lang="en-US"/>
            </a:br>
            <a:endParaRPr lang="en-GB" altLang="en-US"/>
          </a:p>
        </p:txBody>
      </p:sp>
      <p:sp>
        <p:nvSpPr>
          <p:cNvPr id="5" name="Slide Number Placeholder 4">
            <a:extLst>
              <a:ext uri="{FF2B5EF4-FFF2-40B4-BE49-F238E27FC236}">
                <a16:creationId xmlns:a16="http://schemas.microsoft.com/office/drawing/2014/main" id="{5159DFE8-CD1F-3ED9-D0A9-74227AB9A363}"/>
              </a:ext>
            </a:extLst>
          </p:cNvPr>
          <p:cNvSpPr>
            <a:spLocks noGrp="1"/>
          </p:cNvSpPr>
          <p:nvPr>
            <p:ph type="sldNum" sz="quarter" idx="10"/>
          </p:nvPr>
        </p:nvSpPr>
        <p:spPr>
          <a:xfrm>
            <a:off x="419100" y="4811554"/>
            <a:ext cx="4953000" cy="273844"/>
          </a:xfrm>
        </p:spPr>
        <p:txBody>
          <a:bodyPr/>
          <a:lstStyle/>
          <a:p>
            <a:pPr>
              <a:defRPr/>
            </a:pPr>
            <a:fld id="{F2AE2772-99D7-E547-8E40-F5A67AC29A21}" type="slidenum">
              <a:rPr lang="en-US"/>
              <a:pPr>
                <a:defRPr/>
              </a:pPr>
              <a:t>7</a:t>
            </a:fld>
            <a:r>
              <a:rPr lang="en-US"/>
              <a:t> | PRIVATE AND CONFIDENTIAL | © Cambridge Cognition </a:t>
            </a:r>
            <a:fld id="{3AD53894-0F87-7B4D-B0DE-8594365A1A3A}" type="datetimeyyyy">
              <a:rPr lang="en-US"/>
              <a:pPr>
                <a:defRPr/>
              </a:pPr>
              <a:t>2026</a:t>
            </a:fld>
            <a:r>
              <a:rPr lang="en-US"/>
              <a:t>. All rights reserved. </a:t>
            </a:r>
          </a:p>
        </p:txBody>
      </p:sp>
      <p:grpSp>
        <p:nvGrpSpPr>
          <p:cNvPr id="3" name="Group 2">
            <a:extLst>
              <a:ext uri="{FF2B5EF4-FFF2-40B4-BE49-F238E27FC236}">
                <a16:creationId xmlns:a16="http://schemas.microsoft.com/office/drawing/2014/main" id="{6E589DDB-A69C-4CB3-34C9-7A1089617381}"/>
              </a:ext>
            </a:extLst>
          </p:cNvPr>
          <p:cNvGrpSpPr/>
          <p:nvPr/>
        </p:nvGrpSpPr>
        <p:grpSpPr>
          <a:xfrm>
            <a:off x="1483936" y="2682615"/>
            <a:ext cx="5778368" cy="853440"/>
            <a:chOff x="-106153" y="1019503"/>
            <a:chExt cx="18074359" cy="2836918"/>
          </a:xfrm>
        </p:grpSpPr>
        <p:pic>
          <p:nvPicPr>
            <p:cNvPr id="4" name="Picture 3">
              <a:extLst>
                <a:ext uri="{FF2B5EF4-FFF2-40B4-BE49-F238E27FC236}">
                  <a16:creationId xmlns:a16="http://schemas.microsoft.com/office/drawing/2014/main" id="{04052A1C-4EC8-AA61-5269-032DB8E070CB}"/>
                </a:ext>
              </a:extLst>
            </p:cNvPr>
            <p:cNvPicPr>
              <a:picLocks noChangeAspect="1"/>
            </p:cNvPicPr>
            <p:nvPr/>
          </p:nvPicPr>
          <p:blipFill>
            <a:blip r:embed="rId2"/>
            <a:srcRect l="2047" t="2733"/>
            <a:stretch>
              <a:fillRect/>
            </a:stretch>
          </p:blipFill>
          <p:spPr>
            <a:xfrm>
              <a:off x="7025667" y="1019503"/>
              <a:ext cx="3674044" cy="2836918"/>
            </a:xfrm>
            <a:prstGeom prst="rect">
              <a:avLst/>
            </a:prstGeom>
          </p:spPr>
        </p:pic>
        <p:grpSp>
          <p:nvGrpSpPr>
            <p:cNvPr id="6" name="Group 5">
              <a:extLst>
                <a:ext uri="{FF2B5EF4-FFF2-40B4-BE49-F238E27FC236}">
                  <a16:creationId xmlns:a16="http://schemas.microsoft.com/office/drawing/2014/main" id="{09ADEEAE-D052-F241-D77F-41389BC5A3F1}"/>
                </a:ext>
              </a:extLst>
            </p:cNvPr>
            <p:cNvGrpSpPr/>
            <p:nvPr/>
          </p:nvGrpSpPr>
          <p:grpSpPr>
            <a:xfrm>
              <a:off x="3431216" y="1019503"/>
              <a:ext cx="3674044" cy="2836918"/>
              <a:chOff x="4258978" y="1019503"/>
              <a:chExt cx="3674044" cy="2836918"/>
            </a:xfrm>
          </p:grpSpPr>
          <p:pic>
            <p:nvPicPr>
              <p:cNvPr id="14" name="Picture 13">
                <a:extLst>
                  <a:ext uri="{FF2B5EF4-FFF2-40B4-BE49-F238E27FC236}">
                    <a16:creationId xmlns:a16="http://schemas.microsoft.com/office/drawing/2014/main" id="{C650EB97-827C-255D-DDB6-C38FF7B87054}"/>
                  </a:ext>
                </a:extLst>
              </p:cNvPr>
              <p:cNvPicPr>
                <a:picLocks noChangeAspect="1"/>
              </p:cNvPicPr>
              <p:nvPr/>
            </p:nvPicPr>
            <p:blipFill>
              <a:blip r:embed="rId2"/>
              <a:srcRect l="2047" t="2733"/>
              <a:stretch>
                <a:fillRect/>
              </a:stretch>
            </p:blipFill>
            <p:spPr>
              <a:xfrm>
                <a:off x="4258978" y="1019503"/>
                <a:ext cx="3674044" cy="2836918"/>
              </a:xfrm>
              <a:prstGeom prst="rect">
                <a:avLst/>
              </a:prstGeom>
            </p:spPr>
          </p:pic>
          <p:pic>
            <p:nvPicPr>
              <p:cNvPr id="15" name="Picture 14">
                <a:extLst>
                  <a:ext uri="{FF2B5EF4-FFF2-40B4-BE49-F238E27FC236}">
                    <a16:creationId xmlns:a16="http://schemas.microsoft.com/office/drawing/2014/main" id="{DDFCBA49-AC69-B70C-07DE-176F938FE691}"/>
                  </a:ext>
                </a:extLst>
              </p:cNvPr>
              <p:cNvPicPr>
                <a:picLocks noChangeAspect="1"/>
              </p:cNvPicPr>
              <p:nvPr/>
            </p:nvPicPr>
            <p:blipFill>
              <a:blip r:embed="rId3"/>
              <a:stretch>
                <a:fillRect/>
              </a:stretch>
            </p:blipFill>
            <p:spPr>
              <a:xfrm>
                <a:off x="4525042" y="1290320"/>
                <a:ext cx="3169167" cy="2265680"/>
              </a:xfrm>
              <a:prstGeom prst="rect">
                <a:avLst/>
              </a:prstGeom>
            </p:spPr>
          </p:pic>
        </p:grpSp>
        <p:pic>
          <p:nvPicPr>
            <p:cNvPr id="7" name="Picture 6">
              <a:extLst>
                <a:ext uri="{FF2B5EF4-FFF2-40B4-BE49-F238E27FC236}">
                  <a16:creationId xmlns:a16="http://schemas.microsoft.com/office/drawing/2014/main" id="{77AE63DB-3C6A-4786-C0EE-14D388BA81E8}"/>
                </a:ext>
              </a:extLst>
            </p:cNvPr>
            <p:cNvPicPr>
              <a:picLocks noChangeAspect="1"/>
            </p:cNvPicPr>
            <p:nvPr/>
          </p:nvPicPr>
          <p:blipFill>
            <a:blip r:embed="rId4"/>
            <a:stretch>
              <a:fillRect/>
            </a:stretch>
          </p:blipFill>
          <p:spPr>
            <a:xfrm>
              <a:off x="-106153" y="1098462"/>
              <a:ext cx="3501881" cy="2679001"/>
            </a:xfrm>
            <a:prstGeom prst="rect">
              <a:avLst/>
            </a:prstGeom>
          </p:spPr>
        </p:pic>
        <p:grpSp>
          <p:nvGrpSpPr>
            <p:cNvPr id="8" name="Group 7">
              <a:extLst>
                <a:ext uri="{FF2B5EF4-FFF2-40B4-BE49-F238E27FC236}">
                  <a16:creationId xmlns:a16="http://schemas.microsoft.com/office/drawing/2014/main" id="{D4B36475-B04A-DFB4-F5AA-0CBCC78DB649}"/>
                </a:ext>
              </a:extLst>
            </p:cNvPr>
            <p:cNvGrpSpPr/>
            <p:nvPr/>
          </p:nvGrpSpPr>
          <p:grpSpPr>
            <a:xfrm>
              <a:off x="14430837" y="1084887"/>
              <a:ext cx="3537369" cy="2706150"/>
              <a:chOff x="1502927" y="3892029"/>
              <a:chExt cx="3537369" cy="2706150"/>
            </a:xfrm>
          </p:grpSpPr>
          <p:pic>
            <p:nvPicPr>
              <p:cNvPr id="12" name="Picture 11">
                <a:extLst>
                  <a:ext uri="{FF2B5EF4-FFF2-40B4-BE49-F238E27FC236}">
                    <a16:creationId xmlns:a16="http://schemas.microsoft.com/office/drawing/2014/main" id="{836FB2DB-AB7D-3360-E834-3181FBA2B45B}"/>
                  </a:ext>
                </a:extLst>
              </p:cNvPr>
              <p:cNvPicPr>
                <a:picLocks noChangeAspect="1"/>
              </p:cNvPicPr>
              <p:nvPr/>
            </p:nvPicPr>
            <p:blipFill>
              <a:blip r:embed="rId4"/>
              <a:stretch>
                <a:fillRect/>
              </a:stretch>
            </p:blipFill>
            <p:spPr>
              <a:xfrm>
                <a:off x="1502927" y="3892029"/>
                <a:ext cx="3537369" cy="2706150"/>
              </a:xfrm>
              <a:prstGeom prst="rect">
                <a:avLst/>
              </a:prstGeom>
            </p:spPr>
          </p:pic>
          <p:pic>
            <p:nvPicPr>
              <p:cNvPr id="13" name="Picture 12">
                <a:extLst>
                  <a:ext uri="{FF2B5EF4-FFF2-40B4-BE49-F238E27FC236}">
                    <a16:creationId xmlns:a16="http://schemas.microsoft.com/office/drawing/2014/main" id="{32C5E0A2-32DE-C8A5-111B-5BC8CB760261}"/>
                  </a:ext>
                </a:extLst>
              </p:cNvPr>
              <p:cNvPicPr>
                <a:picLocks noChangeAspect="1"/>
              </p:cNvPicPr>
              <p:nvPr/>
            </p:nvPicPr>
            <p:blipFill>
              <a:blip r:embed="rId5"/>
              <a:stretch>
                <a:fillRect/>
              </a:stretch>
            </p:blipFill>
            <p:spPr>
              <a:xfrm>
                <a:off x="1662147" y="4216400"/>
                <a:ext cx="3202703" cy="2083746"/>
              </a:xfrm>
              <a:prstGeom prst="rect">
                <a:avLst/>
              </a:prstGeom>
            </p:spPr>
          </p:pic>
        </p:grpSp>
        <p:grpSp>
          <p:nvGrpSpPr>
            <p:cNvPr id="9" name="Group 8">
              <a:extLst>
                <a:ext uri="{FF2B5EF4-FFF2-40B4-BE49-F238E27FC236}">
                  <a16:creationId xmlns:a16="http://schemas.microsoft.com/office/drawing/2014/main" id="{BC79847D-284C-39A0-CF82-C733837CA50D}"/>
                </a:ext>
              </a:extLst>
            </p:cNvPr>
            <p:cNvGrpSpPr/>
            <p:nvPr/>
          </p:nvGrpSpPr>
          <p:grpSpPr>
            <a:xfrm>
              <a:off x="10699711" y="1019503"/>
              <a:ext cx="3674044" cy="2836918"/>
              <a:chOff x="6206420" y="3911948"/>
              <a:chExt cx="3674044" cy="2836918"/>
            </a:xfrm>
          </p:grpSpPr>
          <p:pic>
            <p:nvPicPr>
              <p:cNvPr id="10" name="Picture 9">
                <a:extLst>
                  <a:ext uri="{FF2B5EF4-FFF2-40B4-BE49-F238E27FC236}">
                    <a16:creationId xmlns:a16="http://schemas.microsoft.com/office/drawing/2014/main" id="{CEC94D2E-98F2-38EB-047C-8CBBFC0B79CF}"/>
                  </a:ext>
                </a:extLst>
              </p:cNvPr>
              <p:cNvPicPr>
                <a:picLocks noChangeAspect="1"/>
              </p:cNvPicPr>
              <p:nvPr/>
            </p:nvPicPr>
            <p:blipFill>
              <a:blip r:embed="rId2"/>
              <a:srcRect l="2047" t="2733"/>
              <a:stretch>
                <a:fillRect/>
              </a:stretch>
            </p:blipFill>
            <p:spPr>
              <a:xfrm>
                <a:off x="6206420" y="3911948"/>
                <a:ext cx="3674044" cy="2836918"/>
              </a:xfrm>
              <a:prstGeom prst="rect">
                <a:avLst/>
              </a:prstGeom>
            </p:spPr>
          </p:pic>
          <p:pic>
            <p:nvPicPr>
              <p:cNvPr id="11" name="Picture 10">
                <a:extLst>
                  <a:ext uri="{FF2B5EF4-FFF2-40B4-BE49-F238E27FC236}">
                    <a16:creationId xmlns:a16="http://schemas.microsoft.com/office/drawing/2014/main" id="{2C314824-715E-68A3-A645-8244235068C2}"/>
                  </a:ext>
                </a:extLst>
              </p:cNvPr>
              <p:cNvPicPr>
                <a:picLocks noChangeAspect="1"/>
              </p:cNvPicPr>
              <p:nvPr/>
            </p:nvPicPr>
            <p:blipFill>
              <a:blip r:embed="rId6"/>
              <a:stretch>
                <a:fillRect/>
              </a:stretch>
            </p:blipFill>
            <p:spPr>
              <a:xfrm>
                <a:off x="6426686" y="4168205"/>
                <a:ext cx="3222938" cy="2337698"/>
              </a:xfrm>
              <a:prstGeom prst="rect">
                <a:avLst/>
              </a:prstGeom>
            </p:spPr>
          </p:pic>
        </p:grpSp>
      </p:grpSp>
      <p:grpSp>
        <p:nvGrpSpPr>
          <p:cNvPr id="22" name="Group 21">
            <a:extLst>
              <a:ext uri="{FF2B5EF4-FFF2-40B4-BE49-F238E27FC236}">
                <a16:creationId xmlns:a16="http://schemas.microsoft.com/office/drawing/2014/main" id="{42A1EB4A-D23F-629A-C319-351EE25E591B}"/>
              </a:ext>
            </a:extLst>
          </p:cNvPr>
          <p:cNvGrpSpPr/>
          <p:nvPr/>
        </p:nvGrpSpPr>
        <p:grpSpPr>
          <a:xfrm>
            <a:off x="1467382" y="3559868"/>
            <a:ext cx="5770069" cy="830997"/>
            <a:chOff x="346801" y="3145268"/>
            <a:chExt cx="11540138" cy="1661994"/>
          </a:xfrm>
        </p:grpSpPr>
        <p:sp>
          <p:nvSpPr>
            <p:cNvPr id="23" name="TextBox 22">
              <a:extLst>
                <a:ext uri="{FF2B5EF4-FFF2-40B4-BE49-F238E27FC236}">
                  <a16:creationId xmlns:a16="http://schemas.microsoft.com/office/drawing/2014/main" id="{4D5F3A53-AC81-A036-56C0-144C4C6464A7}"/>
                </a:ext>
              </a:extLst>
            </p:cNvPr>
            <p:cNvSpPr txBox="1"/>
            <p:nvPr/>
          </p:nvSpPr>
          <p:spPr>
            <a:xfrm>
              <a:off x="346801" y="3145268"/>
              <a:ext cx="2207234" cy="1292662"/>
            </a:xfrm>
            <a:prstGeom prst="rect">
              <a:avLst/>
            </a:prstGeom>
            <a:noFill/>
          </p:spPr>
          <p:txBody>
            <a:bodyPr wrap="square" rtlCol="0">
              <a:spAutoFit/>
            </a:bodyPr>
            <a:lstStyle/>
            <a:p>
              <a:pPr algn="ctr"/>
              <a:r>
                <a:rPr lang="en-GB" sz="1200"/>
                <a:t>Pattern Recognition Immediate</a:t>
              </a:r>
            </a:p>
          </p:txBody>
        </p:sp>
        <p:sp>
          <p:nvSpPr>
            <p:cNvPr id="24" name="TextBox 23">
              <a:extLst>
                <a:ext uri="{FF2B5EF4-FFF2-40B4-BE49-F238E27FC236}">
                  <a16:creationId xmlns:a16="http://schemas.microsoft.com/office/drawing/2014/main" id="{F65CE221-3010-ED32-B7D4-B9DF7A3B6657}"/>
                </a:ext>
              </a:extLst>
            </p:cNvPr>
            <p:cNvSpPr txBox="1"/>
            <p:nvPr/>
          </p:nvSpPr>
          <p:spPr>
            <a:xfrm>
              <a:off x="2591993" y="3145268"/>
              <a:ext cx="2298290" cy="1292662"/>
            </a:xfrm>
            <a:prstGeom prst="rect">
              <a:avLst/>
            </a:prstGeom>
            <a:noFill/>
          </p:spPr>
          <p:txBody>
            <a:bodyPr wrap="square" rtlCol="0">
              <a:spAutoFit/>
            </a:bodyPr>
            <a:lstStyle/>
            <a:p>
              <a:pPr algn="ctr"/>
              <a:r>
                <a:rPr lang="en-GB" sz="1200"/>
                <a:t>Paired Associate Learning</a:t>
              </a:r>
            </a:p>
          </p:txBody>
        </p:sp>
        <p:sp>
          <p:nvSpPr>
            <p:cNvPr id="25" name="TextBox 24">
              <a:extLst>
                <a:ext uri="{FF2B5EF4-FFF2-40B4-BE49-F238E27FC236}">
                  <a16:creationId xmlns:a16="http://schemas.microsoft.com/office/drawing/2014/main" id="{9B7181F5-6E55-C4CE-28D3-18ABF1A75F8A}"/>
                </a:ext>
              </a:extLst>
            </p:cNvPr>
            <p:cNvSpPr txBox="1"/>
            <p:nvPr/>
          </p:nvSpPr>
          <p:spPr>
            <a:xfrm>
              <a:off x="5009133" y="3145268"/>
              <a:ext cx="2298290" cy="923330"/>
            </a:xfrm>
            <a:prstGeom prst="rect">
              <a:avLst/>
            </a:prstGeom>
            <a:noFill/>
          </p:spPr>
          <p:txBody>
            <a:bodyPr wrap="square" rtlCol="0">
              <a:spAutoFit/>
            </a:bodyPr>
            <a:lstStyle/>
            <a:p>
              <a:pPr algn="ctr"/>
              <a:r>
                <a:rPr lang="en-GB" sz="1200"/>
                <a:t>Matching to Sample</a:t>
              </a:r>
            </a:p>
          </p:txBody>
        </p:sp>
        <p:sp>
          <p:nvSpPr>
            <p:cNvPr id="26" name="TextBox 25">
              <a:extLst>
                <a:ext uri="{FF2B5EF4-FFF2-40B4-BE49-F238E27FC236}">
                  <a16:creationId xmlns:a16="http://schemas.microsoft.com/office/drawing/2014/main" id="{62929234-ACA9-78DF-005B-331FCDA558D8}"/>
                </a:ext>
              </a:extLst>
            </p:cNvPr>
            <p:cNvSpPr txBox="1"/>
            <p:nvPr/>
          </p:nvSpPr>
          <p:spPr>
            <a:xfrm>
              <a:off x="7239465" y="3145268"/>
              <a:ext cx="2276012" cy="1292662"/>
            </a:xfrm>
            <a:prstGeom prst="rect">
              <a:avLst/>
            </a:prstGeom>
            <a:noFill/>
          </p:spPr>
          <p:txBody>
            <a:bodyPr wrap="square" rtlCol="0">
              <a:spAutoFit/>
            </a:bodyPr>
            <a:lstStyle/>
            <a:p>
              <a:pPr algn="ctr"/>
              <a:r>
                <a:rPr lang="en-GB" sz="1200"/>
                <a:t>Spatial Working Memory</a:t>
              </a:r>
            </a:p>
          </p:txBody>
        </p:sp>
        <p:sp>
          <p:nvSpPr>
            <p:cNvPr id="27" name="TextBox 26">
              <a:extLst>
                <a:ext uri="{FF2B5EF4-FFF2-40B4-BE49-F238E27FC236}">
                  <a16:creationId xmlns:a16="http://schemas.microsoft.com/office/drawing/2014/main" id="{835B7F92-388F-65AC-DAAD-C4621C0FC787}"/>
                </a:ext>
              </a:extLst>
            </p:cNvPr>
            <p:cNvSpPr txBox="1"/>
            <p:nvPr/>
          </p:nvSpPr>
          <p:spPr>
            <a:xfrm>
              <a:off x="9625145" y="3145268"/>
              <a:ext cx="2261794" cy="1661994"/>
            </a:xfrm>
            <a:prstGeom prst="rect">
              <a:avLst/>
            </a:prstGeom>
            <a:noFill/>
          </p:spPr>
          <p:txBody>
            <a:bodyPr wrap="square" rtlCol="0">
              <a:spAutoFit/>
            </a:bodyPr>
            <a:lstStyle/>
            <a:p>
              <a:pPr algn="ctr"/>
              <a:r>
                <a:rPr lang="en-GB" sz="1200"/>
                <a:t>Pattern Recognition Memory Delayed</a:t>
              </a:r>
            </a:p>
          </p:txBody>
        </p:sp>
      </p:grpSp>
    </p:spTree>
    <p:extLst>
      <p:ext uri="{BB962C8B-B14F-4D97-AF65-F5344CB8AC3E}">
        <p14:creationId xmlns:p14="http://schemas.microsoft.com/office/powerpoint/2010/main" val="1396355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897A8-1B99-65CE-3640-8041855C2E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533294-D3E8-CFB8-FC7F-C9949017D913}"/>
              </a:ext>
            </a:extLst>
          </p:cNvPr>
          <p:cNvSpPr>
            <a:spLocks noGrp="1"/>
          </p:cNvSpPr>
          <p:nvPr>
            <p:ph type="title"/>
          </p:nvPr>
        </p:nvSpPr>
        <p:spPr>
          <a:xfrm>
            <a:off x="414029" y="362886"/>
            <a:ext cx="8294915" cy="333316"/>
          </a:xfrm>
        </p:spPr>
        <p:txBody>
          <a:bodyPr wrap="square" anchor="t">
            <a:normAutofit fontScale="90000"/>
          </a:bodyPr>
          <a:lstStyle/>
          <a:p>
            <a:pPr>
              <a:lnSpc>
                <a:spcPct val="90000"/>
              </a:lnSpc>
            </a:pPr>
            <a:r>
              <a:rPr lang="en-GB" sz="2050"/>
              <a:t>Burst Assessments</a:t>
            </a:r>
          </a:p>
        </p:txBody>
      </p:sp>
      <p:sp>
        <p:nvSpPr>
          <p:cNvPr id="17" name="Text Placeholder 3">
            <a:extLst>
              <a:ext uri="{FF2B5EF4-FFF2-40B4-BE49-F238E27FC236}">
                <a16:creationId xmlns:a16="http://schemas.microsoft.com/office/drawing/2014/main" id="{B437C22E-4CF0-D37F-8A12-2BEEFC9B0D0B}"/>
              </a:ext>
            </a:extLst>
          </p:cNvPr>
          <p:cNvSpPr>
            <a:spLocks noGrp="1"/>
          </p:cNvSpPr>
          <p:nvPr>
            <p:ph type="body" sz="quarter" idx="14"/>
          </p:nvPr>
        </p:nvSpPr>
        <p:spPr>
          <a:xfrm>
            <a:off x="1748953" y="4407624"/>
            <a:ext cx="1777635" cy="273844"/>
          </a:xfrm>
        </p:spPr>
        <p:txBody>
          <a:bodyPr/>
          <a:lstStyle/>
          <a:p>
            <a:r>
              <a:rPr lang="en-US"/>
              <a:t>N-Back</a:t>
            </a:r>
          </a:p>
        </p:txBody>
      </p:sp>
      <p:pic>
        <p:nvPicPr>
          <p:cNvPr id="11" name="Picture 10">
            <a:extLst>
              <a:ext uri="{FF2B5EF4-FFF2-40B4-BE49-F238E27FC236}">
                <a16:creationId xmlns:a16="http://schemas.microsoft.com/office/drawing/2014/main" id="{6018CE1A-074E-70FE-D20E-8DC4CA90D6A3}"/>
              </a:ext>
            </a:extLst>
          </p:cNvPr>
          <p:cNvPicPr>
            <a:picLocks noChangeAspect="1"/>
          </p:cNvPicPr>
          <p:nvPr/>
        </p:nvPicPr>
        <p:blipFill>
          <a:blip r:embed="rId3"/>
          <a:srcRect l="5007" r="5792" b="-3"/>
          <a:stretch>
            <a:fillRect/>
          </a:stretch>
        </p:blipFill>
        <p:spPr>
          <a:xfrm>
            <a:off x="5722710" y="874347"/>
            <a:ext cx="1810608" cy="3608653"/>
          </a:xfrm>
          <a:prstGeom prst="roundRect">
            <a:avLst>
              <a:gd name="adj" fmla="val 50000"/>
            </a:avLst>
          </a:prstGeom>
          <a:noFill/>
          <a:effectLst>
            <a:outerShdw blurRad="800100" dist="419100" dir="21540000" sx="93000" sy="93000" algn="ctr" rotWithShape="0">
              <a:srgbClr val="000000">
                <a:alpha val="27000"/>
              </a:srgbClr>
            </a:outerShdw>
          </a:effectLst>
        </p:spPr>
      </p:pic>
      <p:sp>
        <p:nvSpPr>
          <p:cNvPr id="29" name="Text Placeholder 10">
            <a:extLst>
              <a:ext uri="{FF2B5EF4-FFF2-40B4-BE49-F238E27FC236}">
                <a16:creationId xmlns:a16="http://schemas.microsoft.com/office/drawing/2014/main" id="{AC8DCB0B-12F6-DCFE-D459-BD2C8D47196D}"/>
              </a:ext>
            </a:extLst>
          </p:cNvPr>
          <p:cNvSpPr>
            <a:spLocks noGrp="1"/>
          </p:cNvSpPr>
          <p:nvPr>
            <p:ph type="body" sz="quarter" idx="21"/>
          </p:nvPr>
        </p:nvSpPr>
        <p:spPr>
          <a:xfrm>
            <a:off x="6057090" y="4343480"/>
            <a:ext cx="1279378" cy="605155"/>
          </a:xfrm>
        </p:spPr>
        <p:txBody>
          <a:bodyPr/>
          <a:lstStyle/>
          <a:p>
            <a:r>
              <a:rPr lang="en-US"/>
              <a:t>Digit Symbol Substitution</a:t>
            </a:r>
          </a:p>
        </p:txBody>
      </p:sp>
      <p:sp>
        <p:nvSpPr>
          <p:cNvPr id="4" name="Slide Number Placeholder 3">
            <a:extLst>
              <a:ext uri="{FF2B5EF4-FFF2-40B4-BE49-F238E27FC236}">
                <a16:creationId xmlns:a16="http://schemas.microsoft.com/office/drawing/2014/main" id="{835B5727-8865-F4BF-6E8C-4DB27190BB3E}"/>
              </a:ext>
            </a:extLst>
          </p:cNvPr>
          <p:cNvSpPr>
            <a:spLocks noGrp="1"/>
          </p:cNvSpPr>
          <p:nvPr>
            <p:ph type="sldNum" sz="quarter" idx="23"/>
          </p:nvPr>
        </p:nvSpPr>
        <p:spPr>
          <a:xfrm>
            <a:off x="419100" y="4811713"/>
            <a:ext cx="4953000" cy="273844"/>
          </a:xfrm>
        </p:spPr>
        <p:txBody>
          <a:bodyPr anchor="ctr">
            <a:normAutofit/>
          </a:bodyPr>
          <a:lstStyle/>
          <a:p>
            <a:pPr>
              <a:spcAft>
                <a:spcPts val="300"/>
              </a:spcAft>
              <a:defRPr/>
            </a:pPr>
            <a:fld id="{6DAA406B-FF29-3E4E-A8CB-7A99802010C1}" type="slidenum">
              <a:rPr lang="en-US"/>
              <a:pPr>
                <a:spcAft>
                  <a:spcPts val="300"/>
                </a:spcAft>
                <a:defRPr/>
              </a:pPr>
              <a:t>8</a:t>
            </a:fld>
            <a:r>
              <a:rPr lang="en-US"/>
              <a:t> | PRIVATE AND CONFIDENTIAL | © Cambridge Cognition </a:t>
            </a:r>
            <a:fld id="{3AD53894-0F87-7B4D-B0DE-8594365A1A3A}" type="datetimeyyyy">
              <a:rPr lang="en-US"/>
              <a:pPr>
                <a:spcAft>
                  <a:spcPts val="300"/>
                </a:spcAft>
                <a:defRPr/>
              </a:pPr>
              <a:t>2026</a:t>
            </a:fld>
            <a:r>
              <a:rPr lang="en-US"/>
              <a:t>. All rights reserved. </a:t>
            </a:r>
          </a:p>
        </p:txBody>
      </p:sp>
      <p:pic>
        <p:nvPicPr>
          <p:cNvPr id="3" name="Picture 2">
            <a:extLst>
              <a:ext uri="{FF2B5EF4-FFF2-40B4-BE49-F238E27FC236}">
                <a16:creationId xmlns:a16="http://schemas.microsoft.com/office/drawing/2014/main" id="{00DE694C-E109-659A-93CA-7A96CA58D580}"/>
              </a:ext>
            </a:extLst>
          </p:cNvPr>
          <p:cNvPicPr>
            <a:picLocks noChangeAspect="1"/>
          </p:cNvPicPr>
          <p:nvPr/>
        </p:nvPicPr>
        <p:blipFill>
          <a:blip r:embed="rId4"/>
          <a:stretch>
            <a:fillRect/>
          </a:stretch>
        </p:blipFill>
        <p:spPr>
          <a:xfrm>
            <a:off x="1748953" y="927364"/>
            <a:ext cx="1952111" cy="3470419"/>
          </a:xfrm>
          <a:prstGeom prst="rect">
            <a:avLst/>
          </a:prstGeom>
        </p:spPr>
      </p:pic>
      <p:pic>
        <p:nvPicPr>
          <p:cNvPr id="5" name="Picture 4">
            <a:extLst>
              <a:ext uri="{FF2B5EF4-FFF2-40B4-BE49-F238E27FC236}">
                <a16:creationId xmlns:a16="http://schemas.microsoft.com/office/drawing/2014/main" id="{0840B948-DA29-E2FF-4853-67767C71CAA6}"/>
              </a:ext>
            </a:extLst>
          </p:cNvPr>
          <p:cNvPicPr>
            <a:picLocks noChangeAspect="1"/>
          </p:cNvPicPr>
          <p:nvPr/>
        </p:nvPicPr>
        <p:blipFill>
          <a:blip r:embed="rId5"/>
          <a:stretch>
            <a:fillRect/>
          </a:stretch>
        </p:blipFill>
        <p:spPr>
          <a:xfrm>
            <a:off x="7918345" y="571759"/>
            <a:ext cx="1044120" cy="355605"/>
          </a:xfrm>
          <a:prstGeom prst="rect">
            <a:avLst/>
          </a:prstGeom>
        </p:spPr>
      </p:pic>
    </p:spTree>
    <p:extLst>
      <p:ext uri="{BB962C8B-B14F-4D97-AF65-F5344CB8AC3E}">
        <p14:creationId xmlns:p14="http://schemas.microsoft.com/office/powerpoint/2010/main" val="470753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9B08B-FC1C-0F91-2AEF-35C158805F0B}"/>
            </a:ext>
          </a:extLst>
        </p:cNvPr>
        <p:cNvGrpSpPr/>
        <p:nvPr/>
      </p:nvGrpSpPr>
      <p:grpSpPr>
        <a:xfrm>
          <a:off x="0" y="0"/>
          <a:ext cx="0" cy="0"/>
          <a:chOff x="0" y="0"/>
          <a:chExt cx="0" cy="0"/>
        </a:xfrm>
      </p:grpSpPr>
      <p:sp>
        <p:nvSpPr>
          <p:cNvPr id="40961" name="Title 2">
            <a:extLst>
              <a:ext uri="{FF2B5EF4-FFF2-40B4-BE49-F238E27FC236}">
                <a16:creationId xmlns:a16="http://schemas.microsoft.com/office/drawing/2014/main" id="{7FB6A347-8DD4-064E-EB09-7B49E8102666}"/>
              </a:ext>
            </a:extLst>
          </p:cNvPr>
          <p:cNvSpPr>
            <a:spLocks noGrp="1" noChangeArrowheads="1"/>
          </p:cNvSpPr>
          <p:nvPr>
            <p:ph type="title"/>
          </p:nvPr>
        </p:nvSpPr>
        <p:spPr>
          <a:xfrm>
            <a:off x="438629" y="419525"/>
            <a:ext cx="2710422" cy="496042"/>
          </a:xfrm>
        </p:spPr>
        <p:txBody>
          <a:bodyPr vert="horz" wrap="square" lIns="45720" tIns="22860" rIns="45720" bIns="22860" numCol="1" anchor="b" anchorCtr="0" compatLnSpc="1">
            <a:prstTxWarp prst="textNoShape">
              <a:avLst/>
            </a:prstTxWarp>
            <a:normAutofit/>
          </a:bodyPr>
          <a:lstStyle/>
          <a:p>
            <a:r>
              <a:rPr lang="en-GB" altLang="en-US" b="1" kern="1200">
                <a:latin typeface="+mj-lt"/>
                <a:ea typeface="+mj-ea"/>
                <a:cs typeface="+mj-cs"/>
              </a:rPr>
              <a:t>Adherence</a:t>
            </a:r>
          </a:p>
        </p:txBody>
      </p:sp>
      <p:sp>
        <p:nvSpPr>
          <p:cNvPr id="29" name="TextBox 28">
            <a:extLst>
              <a:ext uri="{FF2B5EF4-FFF2-40B4-BE49-F238E27FC236}">
                <a16:creationId xmlns:a16="http://schemas.microsoft.com/office/drawing/2014/main" id="{A8AA2BD5-EE24-FD19-C8DF-2A111650C757}"/>
              </a:ext>
            </a:extLst>
          </p:cNvPr>
          <p:cNvSpPr txBox="1"/>
          <p:nvPr/>
        </p:nvSpPr>
        <p:spPr bwMode="auto">
          <a:xfrm>
            <a:off x="317103" y="1179297"/>
            <a:ext cx="3050938" cy="3324348"/>
          </a:xfrm>
          <a:prstGeom prst="rect">
            <a:avLst/>
          </a:prstGeom>
          <a:noFill/>
          <a:ln>
            <a:noFill/>
          </a:ln>
        </p:spPr>
        <p:txBody>
          <a:bodyPr vert="horz" wrap="square" lIns="45720" tIns="22860" rIns="45720" bIns="22860" numCol="1" anchor="t" anchorCtr="0" compatLnSpc="1">
            <a:prstTxWarp prst="textNoShape">
              <a:avLst/>
            </a:prstTxWarp>
            <a:normAutofit/>
          </a:bodyPr>
          <a:lstStyle/>
          <a:p>
            <a:pPr marL="114300" indent="-114300" eaLnBrk="1" hangingPunct="1">
              <a:spcBef>
                <a:spcPts val="500"/>
              </a:spcBef>
              <a:buFont typeface="Arial" panose="020B0604020202020204" pitchFamily="34" charset="0"/>
              <a:buChar char="•"/>
            </a:pPr>
            <a:r>
              <a:rPr lang="en-GB" sz="1200">
                <a:solidFill>
                  <a:schemeClr val="bg2"/>
                </a:solidFill>
                <a:latin typeface="+mn-lt"/>
              </a:rPr>
              <a:t>Controls aged 60–86 years (n=12,505)</a:t>
            </a:r>
          </a:p>
          <a:p>
            <a:pPr marL="114300" indent="-114300" eaLnBrk="1" hangingPunct="1">
              <a:spcBef>
                <a:spcPts val="500"/>
              </a:spcBef>
              <a:buFont typeface="Arial" panose="020B0604020202020204" pitchFamily="34" charset="0"/>
              <a:buChar char="•"/>
            </a:pPr>
            <a:endParaRPr lang="en-GB" sz="1200">
              <a:solidFill>
                <a:schemeClr val="bg2"/>
              </a:solidFill>
              <a:latin typeface="+mn-lt"/>
            </a:endParaRPr>
          </a:p>
          <a:p>
            <a:pPr marL="114300" indent="-114300" eaLnBrk="1" hangingPunct="1">
              <a:spcBef>
                <a:spcPts val="500"/>
              </a:spcBef>
              <a:buFont typeface="Arial" panose="020B0604020202020204" pitchFamily="34" charset="0"/>
              <a:buChar char="•"/>
            </a:pPr>
            <a:r>
              <a:rPr lang="en-GB" sz="1200">
                <a:solidFill>
                  <a:schemeClr val="bg2"/>
                </a:solidFill>
                <a:latin typeface="+mn-lt"/>
              </a:rPr>
              <a:t>MCI -  Individuals self-reporting or clinically confirmed MCI aged 50–86 years (n=883)</a:t>
            </a:r>
          </a:p>
          <a:p>
            <a:pPr marL="114300" indent="-114300" eaLnBrk="1" hangingPunct="1">
              <a:spcBef>
                <a:spcPts val="500"/>
              </a:spcBef>
              <a:buFont typeface="Arial" panose="020B0604020202020204" pitchFamily="34" charset="0"/>
              <a:buChar char="•"/>
            </a:pPr>
            <a:endParaRPr lang="en-GB" sz="1200">
              <a:solidFill>
                <a:schemeClr val="bg2"/>
              </a:solidFill>
              <a:latin typeface="+mn-lt"/>
            </a:endParaRPr>
          </a:p>
          <a:p>
            <a:pPr marL="114300" indent="-114300" eaLnBrk="1" hangingPunct="1">
              <a:spcBef>
                <a:spcPts val="500"/>
              </a:spcBef>
              <a:buFont typeface="Arial" panose="020B0604020202020204" pitchFamily="34" charset="0"/>
              <a:buChar char="•"/>
            </a:pPr>
            <a:r>
              <a:rPr lang="en-GB" sz="1200">
                <a:solidFill>
                  <a:schemeClr val="bg2"/>
                </a:solidFill>
                <a:latin typeface="+mn-lt"/>
              </a:rPr>
              <a:t>30 Minute multi-domain battery adherence similar to Apple Watch wear adherence</a:t>
            </a:r>
          </a:p>
        </p:txBody>
      </p:sp>
      <p:sp>
        <p:nvSpPr>
          <p:cNvPr id="5" name="Slide Number Placeholder 4">
            <a:extLst>
              <a:ext uri="{FF2B5EF4-FFF2-40B4-BE49-F238E27FC236}">
                <a16:creationId xmlns:a16="http://schemas.microsoft.com/office/drawing/2014/main" id="{B87CC88D-78C3-D7F1-A23F-0D5DEAB5D61A}"/>
              </a:ext>
            </a:extLst>
          </p:cNvPr>
          <p:cNvSpPr>
            <a:spLocks noGrp="1"/>
          </p:cNvSpPr>
          <p:nvPr>
            <p:ph type="sldNum" sz="quarter" idx="14"/>
          </p:nvPr>
        </p:nvSpPr>
        <p:spPr>
          <a:xfrm>
            <a:off x="419100" y="4811713"/>
            <a:ext cx="6438900" cy="273844"/>
          </a:xfrm>
        </p:spPr>
        <p:txBody>
          <a:bodyPr vert="horz" lIns="45720" tIns="22860" rIns="45720" bIns="22860" rtlCol="0" anchor="ctr">
            <a:normAutofit/>
          </a:bodyPr>
          <a:lstStyle/>
          <a:p>
            <a:pPr>
              <a:spcAft>
                <a:spcPts val="300"/>
              </a:spcAft>
              <a:defRPr/>
            </a:pPr>
            <a:fld id="{F2AE2772-99D7-E547-8E40-F5A67AC29A21}" type="slidenum">
              <a:rPr lang="en-US" smtClean="0"/>
              <a:pPr>
                <a:spcAft>
                  <a:spcPts val="300"/>
                </a:spcAft>
                <a:defRPr/>
              </a:pPr>
              <a:t>9</a:t>
            </a:fld>
            <a:r>
              <a:rPr lang="en-US"/>
              <a:t> | PRIVATE AND CONFIDENTIAL | © Cambridge Cognition </a:t>
            </a:r>
            <a:fld id="{3AD53894-0F87-7B4D-B0DE-8594365A1A3A}" type="datetimeyyyy">
              <a:rPr lang="en-US" smtClean="0"/>
              <a:pPr>
                <a:spcAft>
                  <a:spcPts val="300"/>
                </a:spcAft>
                <a:defRPr/>
              </a:pPr>
              <a:t>2026</a:t>
            </a:fld>
            <a:r>
              <a:rPr lang="en-US"/>
              <a:t>. All rights reserved. </a:t>
            </a:r>
          </a:p>
        </p:txBody>
      </p:sp>
      <p:pic>
        <p:nvPicPr>
          <p:cNvPr id="7" name="Picture 6">
            <a:extLst>
              <a:ext uri="{FF2B5EF4-FFF2-40B4-BE49-F238E27FC236}">
                <a16:creationId xmlns:a16="http://schemas.microsoft.com/office/drawing/2014/main" id="{FFA40385-D974-223E-D0C3-D2CB8E260BEA}"/>
              </a:ext>
            </a:extLst>
          </p:cNvPr>
          <p:cNvPicPr>
            <a:picLocks noChangeAspect="1"/>
          </p:cNvPicPr>
          <p:nvPr/>
        </p:nvPicPr>
        <p:blipFill>
          <a:blip r:embed="rId2"/>
          <a:stretch>
            <a:fillRect/>
          </a:stretch>
        </p:blipFill>
        <p:spPr>
          <a:xfrm>
            <a:off x="3893682" y="667545"/>
            <a:ext cx="4933216" cy="3396329"/>
          </a:xfrm>
          <a:prstGeom prst="rect">
            <a:avLst/>
          </a:prstGeom>
        </p:spPr>
      </p:pic>
      <p:pic>
        <p:nvPicPr>
          <p:cNvPr id="9" name="Picture 8">
            <a:extLst>
              <a:ext uri="{FF2B5EF4-FFF2-40B4-BE49-F238E27FC236}">
                <a16:creationId xmlns:a16="http://schemas.microsoft.com/office/drawing/2014/main" id="{288205AF-7DF4-8886-245C-8E3B1A267654}"/>
              </a:ext>
            </a:extLst>
          </p:cNvPr>
          <p:cNvPicPr>
            <a:picLocks noChangeAspect="1"/>
          </p:cNvPicPr>
          <p:nvPr/>
        </p:nvPicPr>
        <p:blipFill>
          <a:blip r:embed="rId3"/>
          <a:stretch>
            <a:fillRect/>
          </a:stretch>
        </p:blipFill>
        <p:spPr>
          <a:xfrm>
            <a:off x="3893682" y="667545"/>
            <a:ext cx="4933216" cy="3396329"/>
          </a:xfrm>
          <a:prstGeom prst="rect">
            <a:avLst/>
          </a:prstGeom>
        </p:spPr>
      </p:pic>
    </p:spTree>
    <p:extLst>
      <p:ext uri="{BB962C8B-B14F-4D97-AF65-F5344CB8AC3E}">
        <p14:creationId xmlns:p14="http://schemas.microsoft.com/office/powerpoint/2010/main" val="1166129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xEl>
                                              <p:pRg st="4" end="4"/>
                                            </p:txEl>
                                          </p:spTgt>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29D8B-20D6-49AC-4472-4D3FE64E4CF4}"/>
            </a:ext>
          </a:extLst>
        </p:cNvPr>
        <p:cNvGrpSpPr/>
        <p:nvPr/>
      </p:nvGrpSpPr>
      <p:grpSpPr>
        <a:xfrm>
          <a:off x="0" y="0"/>
          <a:ext cx="0" cy="0"/>
          <a:chOff x="0" y="0"/>
          <a:chExt cx="0" cy="0"/>
        </a:xfrm>
      </p:grpSpPr>
      <p:sp>
        <p:nvSpPr>
          <p:cNvPr id="40971" name="Content Placeholder 1">
            <a:extLst>
              <a:ext uri="{FF2B5EF4-FFF2-40B4-BE49-F238E27FC236}">
                <a16:creationId xmlns:a16="http://schemas.microsoft.com/office/drawing/2014/main" id="{2C2F29F1-D73D-4D8A-7B62-DE3261C302C8}"/>
              </a:ext>
            </a:extLst>
          </p:cNvPr>
          <p:cNvSpPr>
            <a:spLocks noGrp="1"/>
          </p:cNvSpPr>
          <p:nvPr>
            <p:ph sz="half" idx="1"/>
          </p:nvPr>
        </p:nvSpPr>
        <p:spPr>
          <a:xfrm>
            <a:off x="429985" y="1414931"/>
            <a:ext cx="2710423" cy="3324348"/>
          </a:xfrm>
        </p:spPr>
        <p:txBody>
          <a:bodyPr>
            <a:normAutofit/>
          </a:bodyPr>
          <a:lstStyle/>
          <a:p>
            <a:pPr marL="0" indent="0">
              <a:buNone/>
            </a:pPr>
            <a:r>
              <a:rPr lang="en-US"/>
              <a:t>IDEA-FAST attempts to makes patients’ lived experience visible, by developing digital measures to capture fatigue and sleep objectively in daily life and bring them into clinical research and care.</a:t>
            </a:r>
          </a:p>
          <a:p>
            <a:endParaRPr lang="en-US"/>
          </a:p>
          <a:p>
            <a:endParaRPr lang="en-US"/>
          </a:p>
          <a:p>
            <a:endParaRPr lang="en-US"/>
          </a:p>
        </p:txBody>
      </p:sp>
      <p:pic>
        <p:nvPicPr>
          <p:cNvPr id="1026" name="Picture 2" descr="IDEA-FAST General Assembly 2025 – Lisbon, Portugal – IDEA-FAST">
            <a:extLst>
              <a:ext uri="{FF2B5EF4-FFF2-40B4-BE49-F238E27FC236}">
                <a16:creationId xmlns:a16="http://schemas.microsoft.com/office/drawing/2014/main" id="{BA769E46-B8A6-89C6-6FE7-265C8CA359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88" r="12373"/>
          <a:stretch>
            <a:fillRect/>
          </a:stretch>
        </p:blipFill>
        <p:spPr bwMode="auto">
          <a:xfrm>
            <a:off x="3305175" y="5"/>
            <a:ext cx="5838825" cy="5143495"/>
          </a:xfrm>
          <a:prstGeom prst="rect">
            <a:avLst/>
          </a:prstGeom>
          <a:noFill/>
          <a:extLst>
            <a:ext uri="{909E8E84-426E-40DD-AFC4-6F175D3DCCD1}">
              <a14:hiddenFill xmlns:a14="http://schemas.microsoft.com/office/drawing/2010/main">
                <a:solidFill>
                  <a:srgbClr val="FFFFFF"/>
                </a:solidFill>
              </a14:hiddenFill>
            </a:ext>
          </a:extLst>
        </p:spPr>
      </p:pic>
      <p:sp>
        <p:nvSpPr>
          <p:cNvPr id="40961" name="Title 2">
            <a:extLst>
              <a:ext uri="{FF2B5EF4-FFF2-40B4-BE49-F238E27FC236}">
                <a16:creationId xmlns:a16="http://schemas.microsoft.com/office/drawing/2014/main" id="{03D37F3C-1E42-8F59-6F2A-3692BB94B813}"/>
              </a:ext>
            </a:extLst>
          </p:cNvPr>
          <p:cNvSpPr>
            <a:spLocks noGrp="1" noChangeArrowheads="1"/>
          </p:cNvSpPr>
          <p:nvPr>
            <p:ph type="title"/>
          </p:nvPr>
        </p:nvSpPr>
        <p:spPr>
          <a:xfrm>
            <a:off x="429986" y="425068"/>
            <a:ext cx="2710422" cy="917429"/>
          </a:xfrm>
        </p:spPr>
        <p:txBody>
          <a:bodyPr wrap="square" anchor="b">
            <a:normAutofit/>
          </a:bodyPr>
          <a:lstStyle/>
          <a:p>
            <a:r>
              <a:rPr lang="en-GB" altLang="en-US" sz="1650"/>
              <a:t>Case study 3: IDEA-FAST Clinical Observational Study</a:t>
            </a:r>
          </a:p>
        </p:txBody>
      </p:sp>
      <p:sp>
        <p:nvSpPr>
          <p:cNvPr id="5" name="Slide Number Placeholder 4">
            <a:extLst>
              <a:ext uri="{FF2B5EF4-FFF2-40B4-BE49-F238E27FC236}">
                <a16:creationId xmlns:a16="http://schemas.microsoft.com/office/drawing/2014/main" id="{5FE22B1F-97B6-C7E1-FECA-7D81052A6633}"/>
              </a:ext>
            </a:extLst>
          </p:cNvPr>
          <p:cNvSpPr>
            <a:spLocks noGrp="1"/>
          </p:cNvSpPr>
          <p:nvPr>
            <p:ph type="sldNum" sz="quarter" idx="14"/>
          </p:nvPr>
        </p:nvSpPr>
        <p:spPr>
          <a:xfrm>
            <a:off x="419100" y="4811713"/>
            <a:ext cx="6438900" cy="273844"/>
          </a:xfrm>
        </p:spPr>
        <p:txBody>
          <a:bodyPr anchor="ctr">
            <a:normAutofit/>
          </a:bodyPr>
          <a:lstStyle/>
          <a:p>
            <a:pPr>
              <a:spcAft>
                <a:spcPts val="300"/>
              </a:spcAft>
              <a:defRPr/>
            </a:pPr>
            <a:fld id="{F2AE2772-99D7-E547-8E40-F5A67AC29A21}" type="slidenum">
              <a:rPr lang="en-US"/>
              <a:pPr>
                <a:spcAft>
                  <a:spcPts val="300"/>
                </a:spcAft>
                <a:defRPr/>
              </a:pPr>
              <a:t>10</a:t>
            </a:fld>
            <a:r>
              <a:rPr lang="en-US"/>
              <a:t> | PRIVATE AND CONFIDENTIAL | © Cambridge Cognition </a:t>
            </a:r>
            <a:fld id="{3AD53894-0F87-7B4D-B0DE-8594365A1A3A}" type="datetimeyyyy">
              <a:rPr lang="en-US"/>
              <a:pPr>
                <a:spcAft>
                  <a:spcPts val="300"/>
                </a:spcAft>
                <a:defRPr/>
              </a:pPr>
              <a:t>2026</a:t>
            </a:fld>
            <a:r>
              <a:rPr lang="en-US"/>
              <a:t>. All rights reserved. </a:t>
            </a:r>
          </a:p>
        </p:txBody>
      </p:sp>
    </p:spTree>
    <p:extLst>
      <p:ext uri="{BB962C8B-B14F-4D97-AF65-F5344CB8AC3E}">
        <p14:creationId xmlns:p14="http://schemas.microsoft.com/office/powerpoint/2010/main" val="555985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21E82-2FB5-E7B2-F405-9325E2A305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C82BC-8900-8EA3-BC5D-A4E6738939D6}"/>
              </a:ext>
            </a:extLst>
          </p:cNvPr>
          <p:cNvSpPr>
            <a:spLocks noGrp="1"/>
          </p:cNvSpPr>
          <p:nvPr>
            <p:ph type="title"/>
          </p:nvPr>
        </p:nvSpPr>
        <p:spPr>
          <a:xfrm>
            <a:off x="1593955" y="209885"/>
            <a:ext cx="4909458" cy="333316"/>
          </a:xfrm>
        </p:spPr>
        <p:txBody>
          <a:bodyPr wrap="square" anchor="t">
            <a:normAutofit fontScale="90000"/>
          </a:bodyPr>
          <a:lstStyle/>
          <a:p>
            <a:pPr>
              <a:lnSpc>
                <a:spcPct val="90000"/>
              </a:lnSpc>
            </a:pPr>
            <a:r>
              <a:rPr lang="en-GB" sz="2050"/>
              <a:t>IDEA-FAST Clinical Observational Study</a:t>
            </a:r>
          </a:p>
        </p:txBody>
      </p:sp>
      <p:pic>
        <p:nvPicPr>
          <p:cNvPr id="12" name="Picture 11">
            <a:extLst>
              <a:ext uri="{FF2B5EF4-FFF2-40B4-BE49-F238E27FC236}">
                <a16:creationId xmlns:a16="http://schemas.microsoft.com/office/drawing/2014/main" id="{E8B7B217-E965-BF39-DBE7-3EE39458B8D6}"/>
              </a:ext>
            </a:extLst>
          </p:cNvPr>
          <p:cNvPicPr>
            <a:picLocks noChangeAspect="1"/>
          </p:cNvPicPr>
          <p:nvPr/>
        </p:nvPicPr>
        <p:blipFill>
          <a:blip r:embed="rId3"/>
          <a:srcRect l="4024" r="6775" b="-3"/>
          <a:stretch>
            <a:fillRect/>
          </a:stretch>
        </p:blipFill>
        <p:spPr>
          <a:xfrm>
            <a:off x="4059789" y="592694"/>
            <a:ext cx="1538625" cy="3066573"/>
          </a:xfrm>
          <a:prstGeom prst="roundRect">
            <a:avLst>
              <a:gd name="adj" fmla="val 50000"/>
            </a:avLst>
          </a:prstGeom>
          <a:noFill/>
          <a:effectLst>
            <a:outerShdw blurRad="800100" dist="419100" dir="21540000" sx="93000" sy="93000" algn="ctr" rotWithShape="0">
              <a:srgbClr val="000000">
                <a:alpha val="27000"/>
              </a:srgbClr>
            </a:outerShdw>
          </a:effectLst>
        </p:spPr>
      </p:pic>
      <p:pic>
        <p:nvPicPr>
          <p:cNvPr id="11" name="Picture 10">
            <a:extLst>
              <a:ext uri="{FF2B5EF4-FFF2-40B4-BE49-F238E27FC236}">
                <a16:creationId xmlns:a16="http://schemas.microsoft.com/office/drawing/2014/main" id="{76F936AB-9DB7-C8C9-1F27-85E592F3F4BD}"/>
              </a:ext>
            </a:extLst>
          </p:cNvPr>
          <p:cNvPicPr>
            <a:picLocks noChangeAspect="1"/>
          </p:cNvPicPr>
          <p:nvPr/>
        </p:nvPicPr>
        <p:blipFill>
          <a:blip r:embed="rId4"/>
          <a:srcRect l="5007" r="5792" b="-3"/>
          <a:stretch>
            <a:fillRect/>
          </a:stretch>
        </p:blipFill>
        <p:spPr>
          <a:xfrm>
            <a:off x="5725942" y="545769"/>
            <a:ext cx="1554942" cy="3099094"/>
          </a:xfrm>
          <a:prstGeom prst="roundRect">
            <a:avLst>
              <a:gd name="adj" fmla="val 50000"/>
            </a:avLst>
          </a:prstGeom>
          <a:noFill/>
          <a:effectLst>
            <a:outerShdw blurRad="800100" dist="419100" dir="21540000" sx="93000" sy="93000" algn="ctr" rotWithShape="0">
              <a:srgbClr val="000000">
                <a:alpha val="27000"/>
              </a:srgbClr>
            </a:outerShdw>
          </a:effectLst>
        </p:spPr>
      </p:pic>
      <p:pic>
        <p:nvPicPr>
          <p:cNvPr id="3" name="Picture 2">
            <a:extLst>
              <a:ext uri="{FF2B5EF4-FFF2-40B4-BE49-F238E27FC236}">
                <a16:creationId xmlns:a16="http://schemas.microsoft.com/office/drawing/2014/main" id="{5C66A4FB-2D29-A884-206A-74EF47008744}"/>
              </a:ext>
            </a:extLst>
          </p:cNvPr>
          <p:cNvPicPr>
            <a:picLocks noChangeAspect="1"/>
          </p:cNvPicPr>
          <p:nvPr/>
        </p:nvPicPr>
        <p:blipFill>
          <a:blip r:embed="rId4"/>
          <a:srcRect l="5007" r="5792" b="-3"/>
          <a:stretch>
            <a:fillRect/>
          </a:stretch>
        </p:blipFill>
        <p:spPr>
          <a:xfrm>
            <a:off x="7305234" y="545769"/>
            <a:ext cx="1554942" cy="3099094"/>
          </a:xfrm>
          <a:prstGeom prst="roundRect">
            <a:avLst>
              <a:gd name="adj" fmla="val 50000"/>
            </a:avLst>
          </a:prstGeom>
          <a:noFill/>
          <a:effectLst>
            <a:outerShdw blurRad="800100" dist="419100" dir="21540000" sx="93000" sy="93000" algn="ctr" rotWithShape="0">
              <a:srgbClr val="000000">
                <a:alpha val="27000"/>
              </a:srgbClr>
            </a:outerShdw>
          </a:effectLst>
        </p:spPr>
      </p:pic>
      <p:pic>
        <p:nvPicPr>
          <p:cNvPr id="5" name="Picture 4" descr="A screenshot of a quiz&#10;&#10;AI-generated content may be incorrect.">
            <a:extLst>
              <a:ext uri="{FF2B5EF4-FFF2-40B4-BE49-F238E27FC236}">
                <a16:creationId xmlns:a16="http://schemas.microsoft.com/office/drawing/2014/main" id="{5BBF6ED4-1E52-FBFA-DFE2-0BEF318783E8}"/>
              </a:ext>
            </a:extLst>
          </p:cNvPr>
          <p:cNvPicPr>
            <a:picLocks noChangeAspect="1"/>
          </p:cNvPicPr>
          <p:nvPr/>
        </p:nvPicPr>
        <p:blipFill>
          <a:blip r:embed="rId5">
            <a:extLst>
              <a:ext uri="{28A0092B-C50C-407E-A947-70E740481C1C}">
                <a14:useLocalDpi xmlns:a14="http://schemas.microsoft.com/office/drawing/2010/main" val="0"/>
              </a:ext>
            </a:extLst>
          </a:blip>
          <a:srcRect t="5734" b="2697"/>
          <a:stretch>
            <a:fillRect/>
          </a:stretch>
        </p:blipFill>
        <p:spPr>
          <a:xfrm>
            <a:off x="7560289" y="931740"/>
            <a:ext cx="1020483" cy="2022243"/>
          </a:xfrm>
          <a:prstGeom prst="rect">
            <a:avLst/>
          </a:prstGeom>
        </p:spPr>
      </p:pic>
      <p:sp>
        <p:nvSpPr>
          <p:cNvPr id="9" name="Arrow: Right 16">
            <a:extLst>
              <a:ext uri="{FF2B5EF4-FFF2-40B4-BE49-F238E27FC236}">
                <a16:creationId xmlns:a16="http://schemas.microsoft.com/office/drawing/2014/main" id="{FC5C8E73-6339-8471-0FA2-873C2197E80D}"/>
              </a:ext>
            </a:extLst>
          </p:cNvPr>
          <p:cNvSpPr/>
          <p:nvPr/>
        </p:nvSpPr>
        <p:spPr>
          <a:xfrm>
            <a:off x="419100" y="3463297"/>
            <a:ext cx="8348256" cy="333316"/>
          </a:xfrm>
          <a:prstGeom prs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24 Weeks</a:t>
            </a:r>
          </a:p>
        </p:txBody>
      </p:sp>
      <p:pic>
        <p:nvPicPr>
          <p:cNvPr id="10" name="Picture 9">
            <a:extLst>
              <a:ext uri="{FF2B5EF4-FFF2-40B4-BE49-F238E27FC236}">
                <a16:creationId xmlns:a16="http://schemas.microsoft.com/office/drawing/2014/main" id="{9C3EBA89-2370-2289-0CC3-3A7A64F08B18}"/>
              </a:ext>
            </a:extLst>
          </p:cNvPr>
          <p:cNvPicPr>
            <a:picLocks noChangeAspect="1"/>
          </p:cNvPicPr>
          <p:nvPr/>
        </p:nvPicPr>
        <p:blipFill>
          <a:blip r:embed="rId6"/>
          <a:stretch>
            <a:fillRect/>
          </a:stretch>
        </p:blipFill>
        <p:spPr>
          <a:xfrm>
            <a:off x="419100" y="4004351"/>
            <a:ext cx="8348256" cy="593382"/>
          </a:xfrm>
          <a:prstGeom prst="rect">
            <a:avLst/>
          </a:prstGeom>
        </p:spPr>
      </p:pic>
      <p:graphicFrame>
        <p:nvGraphicFramePr>
          <p:cNvPr id="15" name="Table 14">
            <a:extLst>
              <a:ext uri="{FF2B5EF4-FFF2-40B4-BE49-F238E27FC236}">
                <a16:creationId xmlns:a16="http://schemas.microsoft.com/office/drawing/2014/main" id="{4880CADA-7F8D-AABE-5B6E-E3EA6A0B39F9}"/>
              </a:ext>
            </a:extLst>
          </p:cNvPr>
          <p:cNvGraphicFramePr>
            <a:graphicFrameLocks noGrp="1"/>
          </p:cNvGraphicFramePr>
          <p:nvPr>
            <p:extLst>
              <p:ext uri="{D42A27DB-BD31-4B8C-83A1-F6EECF244321}">
                <p14:modId xmlns:p14="http://schemas.microsoft.com/office/powerpoint/2010/main" val="2963676687"/>
              </p:ext>
            </p:extLst>
          </p:nvPr>
        </p:nvGraphicFramePr>
        <p:xfrm>
          <a:off x="376644" y="687823"/>
          <a:ext cx="3547870" cy="2814985"/>
        </p:xfrm>
        <a:graphic>
          <a:graphicData uri="http://schemas.openxmlformats.org/drawingml/2006/table">
            <a:tbl>
              <a:tblPr/>
              <a:tblGrid>
                <a:gridCol w="2498555">
                  <a:extLst>
                    <a:ext uri="{9D8B030D-6E8A-4147-A177-3AD203B41FA5}">
                      <a16:colId xmlns:a16="http://schemas.microsoft.com/office/drawing/2014/main" val="508489525"/>
                    </a:ext>
                  </a:extLst>
                </a:gridCol>
                <a:gridCol w="1049315">
                  <a:extLst>
                    <a:ext uri="{9D8B030D-6E8A-4147-A177-3AD203B41FA5}">
                      <a16:colId xmlns:a16="http://schemas.microsoft.com/office/drawing/2014/main" val="1343997215"/>
                    </a:ext>
                  </a:extLst>
                </a:gridCol>
              </a:tblGrid>
              <a:tr h="302393">
                <a:tc>
                  <a:txBody>
                    <a:bodyPr/>
                    <a:lstStyle/>
                    <a:p>
                      <a:pPr>
                        <a:buNone/>
                      </a:pPr>
                      <a:r>
                        <a:rPr lang="en-GB" sz="1200" b="1"/>
                        <a:t>Cohort</a:t>
                      </a:r>
                    </a:p>
                  </a:txBody>
                  <a:tcPr marL="68580" marR="68580" marT="34290" marB="34290" anchor="ctr">
                    <a:lnL>
                      <a:noFill/>
                    </a:lnL>
                    <a:lnR>
                      <a:noFill/>
                    </a:lnR>
                    <a:lnT>
                      <a:noFill/>
                    </a:lnT>
                    <a:lnB>
                      <a:noFill/>
                    </a:lnB>
                    <a:noFill/>
                  </a:tcPr>
                </a:tc>
                <a:tc>
                  <a:txBody>
                    <a:bodyPr/>
                    <a:lstStyle/>
                    <a:p>
                      <a:pPr algn="r">
                        <a:buNone/>
                      </a:pPr>
                      <a:r>
                        <a:rPr lang="en-GB" sz="1200" b="1"/>
                        <a:t>Recruited</a:t>
                      </a:r>
                    </a:p>
                  </a:txBody>
                  <a:tcPr marL="68580" marR="68580" marT="34290" marB="34290" anchor="ctr">
                    <a:lnL>
                      <a:noFill/>
                    </a:lnL>
                    <a:lnR>
                      <a:noFill/>
                    </a:lnR>
                    <a:lnT>
                      <a:noFill/>
                    </a:lnT>
                    <a:lnB>
                      <a:noFill/>
                    </a:lnB>
                    <a:noFill/>
                  </a:tcPr>
                </a:tc>
                <a:extLst>
                  <a:ext uri="{0D108BD9-81ED-4DB2-BD59-A6C34878D82A}">
                    <a16:rowId xmlns:a16="http://schemas.microsoft.com/office/drawing/2014/main" val="1981132955"/>
                  </a:ext>
                </a:extLst>
              </a:tr>
              <a:tr h="302393">
                <a:tc>
                  <a:txBody>
                    <a:bodyPr/>
                    <a:lstStyle/>
                    <a:p>
                      <a:pPr>
                        <a:buNone/>
                      </a:pPr>
                      <a:r>
                        <a:rPr lang="en-GB" sz="1200"/>
                        <a:t>Parkinson’s disease (PD)</a:t>
                      </a:r>
                    </a:p>
                  </a:txBody>
                  <a:tcPr marL="68580" marR="68580" marT="34290" marB="34290" anchor="ctr">
                    <a:lnL>
                      <a:noFill/>
                    </a:lnL>
                    <a:lnR>
                      <a:noFill/>
                    </a:lnR>
                    <a:lnT>
                      <a:noFill/>
                    </a:lnT>
                    <a:lnB>
                      <a:noFill/>
                    </a:lnB>
                    <a:noFill/>
                  </a:tcPr>
                </a:tc>
                <a:tc>
                  <a:txBody>
                    <a:bodyPr/>
                    <a:lstStyle/>
                    <a:p>
                      <a:pPr algn="r">
                        <a:buNone/>
                      </a:pPr>
                      <a:r>
                        <a:rPr lang="en-GB" sz="1200"/>
                        <a:t>547</a:t>
                      </a:r>
                    </a:p>
                  </a:txBody>
                  <a:tcPr marL="68580" marR="68580" marT="34290" marB="34290" anchor="ctr">
                    <a:lnL>
                      <a:noFill/>
                    </a:lnL>
                    <a:lnR>
                      <a:noFill/>
                    </a:lnR>
                    <a:lnT>
                      <a:noFill/>
                    </a:lnT>
                    <a:lnB>
                      <a:noFill/>
                    </a:lnB>
                    <a:noFill/>
                  </a:tcPr>
                </a:tc>
                <a:extLst>
                  <a:ext uri="{0D108BD9-81ED-4DB2-BD59-A6C34878D82A}">
                    <a16:rowId xmlns:a16="http://schemas.microsoft.com/office/drawing/2014/main" val="1030293080"/>
                  </a:ext>
                </a:extLst>
              </a:tr>
              <a:tr h="302393">
                <a:tc>
                  <a:txBody>
                    <a:bodyPr/>
                    <a:lstStyle/>
                    <a:p>
                      <a:pPr>
                        <a:buNone/>
                      </a:pPr>
                      <a:r>
                        <a:rPr lang="en-GB" sz="1200"/>
                        <a:t>Huntington’s disease (HD)</a:t>
                      </a:r>
                    </a:p>
                  </a:txBody>
                  <a:tcPr marL="68580" marR="68580" marT="34290" marB="34290" anchor="ctr">
                    <a:lnL>
                      <a:noFill/>
                    </a:lnL>
                    <a:lnR>
                      <a:noFill/>
                    </a:lnR>
                    <a:lnT>
                      <a:noFill/>
                    </a:lnT>
                    <a:lnB>
                      <a:noFill/>
                    </a:lnB>
                    <a:noFill/>
                  </a:tcPr>
                </a:tc>
                <a:tc>
                  <a:txBody>
                    <a:bodyPr/>
                    <a:lstStyle/>
                    <a:p>
                      <a:pPr algn="r">
                        <a:buNone/>
                      </a:pPr>
                      <a:r>
                        <a:rPr lang="en-GB" sz="1200"/>
                        <a:t>147</a:t>
                      </a:r>
                    </a:p>
                  </a:txBody>
                  <a:tcPr marL="68580" marR="68580" marT="34290" marB="34290" anchor="ctr">
                    <a:lnL>
                      <a:noFill/>
                    </a:lnL>
                    <a:lnR>
                      <a:noFill/>
                    </a:lnR>
                    <a:lnT>
                      <a:noFill/>
                    </a:lnT>
                    <a:lnB>
                      <a:noFill/>
                    </a:lnB>
                    <a:noFill/>
                  </a:tcPr>
                </a:tc>
                <a:extLst>
                  <a:ext uri="{0D108BD9-81ED-4DB2-BD59-A6C34878D82A}">
                    <a16:rowId xmlns:a16="http://schemas.microsoft.com/office/drawing/2014/main" val="2425373254"/>
                  </a:ext>
                </a:extLst>
              </a:tr>
              <a:tr h="302393">
                <a:tc>
                  <a:txBody>
                    <a:bodyPr/>
                    <a:lstStyle/>
                    <a:p>
                      <a:pPr>
                        <a:buNone/>
                      </a:pPr>
                      <a:r>
                        <a:rPr lang="en-GB" sz="1200"/>
                        <a:t>Inflammatory Bowel Disease (IBD)</a:t>
                      </a:r>
                    </a:p>
                  </a:txBody>
                  <a:tcPr marL="68580" marR="68580" marT="34290" marB="34290" anchor="ctr">
                    <a:lnL>
                      <a:noFill/>
                    </a:lnL>
                    <a:lnR>
                      <a:noFill/>
                    </a:lnR>
                    <a:lnT>
                      <a:noFill/>
                    </a:lnT>
                    <a:lnB>
                      <a:noFill/>
                    </a:lnB>
                    <a:noFill/>
                  </a:tcPr>
                </a:tc>
                <a:tc>
                  <a:txBody>
                    <a:bodyPr/>
                    <a:lstStyle/>
                    <a:p>
                      <a:pPr algn="r">
                        <a:buNone/>
                      </a:pPr>
                      <a:r>
                        <a:rPr lang="en-GB" sz="1200"/>
                        <a:t>462</a:t>
                      </a:r>
                    </a:p>
                  </a:txBody>
                  <a:tcPr marL="68580" marR="68580" marT="34290" marB="34290" anchor="ctr">
                    <a:lnL>
                      <a:noFill/>
                    </a:lnL>
                    <a:lnR>
                      <a:noFill/>
                    </a:lnR>
                    <a:lnT>
                      <a:noFill/>
                    </a:lnT>
                    <a:lnB>
                      <a:noFill/>
                    </a:lnB>
                    <a:noFill/>
                  </a:tcPr>
                </a:tc>
                <a:extLst>
                  <a:ext uri="{0D108BD9-81ED-4DB2-BD59-A6C34878D82A}">
                    <a16:rowId xmlns:a16="http://schemas.microsoft.com/office/drawing/2014/main" val="1301097264"/>
                  </a:ext>
                </a:extLst>
              </a:tr>
              <a:tr h="302393">
                <a:tc>
                  <a:txBody>
                    <a:bodyPr/>
                    <a:lstStyle/>
                    <a:p>
                      <a:pPr>
                        <a:buNone/>
                      </a:pPr>
                      <a:r>
                        <a:rPr lang="en-GB" sz="1200"/>
                        <a:t>Rheumatoid Arthritis (RA)</a:t>
                      </a:r>
                    </a:p>
                  </a:txBody>
                  <a:tcPr marL="68580" marR="68580" marT="34290" marB="34290" anchor="ctr">
                    <a:lnL>
                      <a:noFill/>
                    </a:lnL>
                    <a:lnR>
                      <a:noFill/>
                    </a:lnR>
                    <a:lnT>
                      <a:noFill/>
                    </a:lnT>
                    <a:lnB>
                      <a:noFill/>
                    </a:lnB>
                    <a:noFill/>
                  </a:tcPr>
                </a:tc>
                <a:tc>
                  <a:txBody>
                    <a:bodyPr/>
                    <a:lstStyle/>
                    <a:p>
                      <a:pPr algn="r">
                        <a:buNone/>
                      </a:pPr>
                      <a:r>
                        <a:rPr lang="en-GB" sz="1200"/>
                        <a:t>174</a:t>
                      </a:r>
                    </a:p>
                  </a:txBody>
                  <a:tcPr marL="68580" marR="68580" marT="34290" marB="34290" anchor="ctr">
                    <a:lnL>
                      <a:noFill/>
                    </a:lnL>
                    <a:lnR>
                      <a:noFill/>
                    </a:lnR>
                    <a:lnT>
                      <a:noFill/>
                    </a:lnT>
                    <a:lnB>
                      <a:noFill/>
                    </a:lnB>
                    <a:noFill/>
                  </a:tcPr>
                </a:tc>
                <a:extLst>
                  <a:ext uri="{0D108BD9-81ED-4DB2-BD59-A6C34878D82A}">
                    <a16:rowId xmlns:a16="http://schemas.microsoft.com/office/drawing/2014/main" val="3477270256"/>
                  </a:ext>
                </a:extLst>
              </a:tr>
              <a:tr h="312420">
                <a:tc>
                  <a:txBody>
                    <a:bodyPr/>
                    <a:lstStyle/>
                    <a:p>
                      <a:pPr>
                        <a:buNone/>
                      </a:pPr>
                      <a:r>
                        <a:rPr lang="en-GB" sz="1200"/>
                        <a:t>Systemic Lupus Erythematosus (SLE)</a:t>
                      </a:r>
                    </a:p>
                  </a:txBody>
                  <a:tcPr marL="68580" marR="68580" marT="34290" marB="34290" anchor="ctr">
                    <a:lnL>
                      <a:noFill/>
                    </a:lnL>
                    <a:lnR>
                      <a:noFill/>
                    </a:lnR>
                    <a:lnT>
                      <a:noFill/>
                    </a:lnT>
                    <a:lnB>
                      <a:noFill/>
                    </a:lnB>
                    <a:noFill/>
                  </a:tcPr>
                </a:tc>
                <a:tc>
                  <a:txBody>
                    <a:bodyPr/>
                    <a:lstStyle/>
                    <a:p>
                      <a:pPr algn="r">
                        <a:buNone/>
                      </a:pPr>
                      <a:r>
                        <a:rPr lang="en-GB" sz="1200"/>
                        <a:t>172</a:t>
                      </a:r>
                    </a:p>
                  </a:txBody>
                  <a:tcPr marL="68580" marR="68580" marT="34290" marB="34290" anchor="ctr">
                    <a:lnL>
                      <a:noFill/>
                    </a:lnL>
                    <a:lnR>
                      <a:noFill/>
                    </a:lnR>
                    <a:lnT>
                      <a:noFill/>
                    </a:lnT>
                    <a:lnB>
                      <a:noFill/>
                    </a:lnB>
                    <a:noFill/>
                  </a:tcPr>
                </a:tc>
                <a:extLst>
                  <a:ext uri="{0D108BD9-81ED-4DB2-BD59-A6C34878D82A}">
                    <a16:rowId xmlns:a16="http://schemas.microsoft.com/office/drawing/2014/main" val="2983676930"/>
                  </a:ext>
                </a:extLst>
              </a:tr>
              <a:tr h="302393">
                <a:tc>
                  <a:txBody>
                    <a:bodyPr/>
                    <a:lstStyle/>
                    <a:p>
                      <a:pPr>
                        <a:buNone/>
                      </a:pPr>
                      <a:r>
                        <a:rPr lang="en-GB" sz="1200"/>
                        <a:t>Primary Sjögren’s Syndrome (PSS)</a:t>
                      </a:r>
                    </a:p>
                  </a:txBody>
                  <a:tcPr marL="68580" marR="68580" marT="34290" marB="34290" anchor="ctr">
                    <a:lnL>
                      <a:noFill/>
                    </a:lnL>
                    <a:lnR>
                      <a:noFill/>
                    </a:lnR>
                    <a:lnT>
                      <a:noFill/>
                    </a:lnT>
                    <a:lnB>
                      <a:noFill/>
                    </a:lnB>
                    <a:noFill/>
                  </a:tcPr>
                </a:tc>
                <a:tc>
                  <a:txBody>
                    <a:bodyPr/>
                    <a:lstStyle/>
                    <a:p>
                      <a:pPr algn="r">
                        <a:buNone/>
                      </a:pPr>
                      <a:r>
                        <a:rPr lang="en-GB" sz="1200"/>
                        <a:t>174</a:t>
                      </a:r>
                    </a:p>
                  </a:txBody>
                  <a:tcPr marL="68580" marR="68580" marT="34290" marB="34290" anchor="ctr">
                    <a:lnL>
                      <a:noFill/>
                    </a:lnL>
                    <a:lnR>
                      <a:noFill/>
                    </a:lnR>
                    <a:lnT>
                      <a:noFill/>
                    </a:lnT>
                    <a:lnB>
                      <a:noFill/>
                    </a:lnB>
                    <a:noFill/>
                  </a:tcPr>
                </a:tc>
                <a:extLst>
                  <a:ext uri="{0D108BD9-81ED-4DB2-BD59-A6C34878D82A}">
                    <a16:rowId xmlns:a16="http://schemas.microsoft.com/office/drawing/2014/main" val="1402012768"/>
                  </a:ext>
                </a:extLst>
              </a:tr>
              <a:tr h="302393">
                <a:tc>
                  <a:txBody>
                    <a:bodyPr/>
                    <a:lstStyle/>
                    <a:p>
                      <a:pPr>
                        <a:buNone/>
                      </a:pPr>
                      <a:r>
                        <a:rPr lang="en-GB" sz="1200"/>
                        <a:t>Healthy volunteers (HV)</a:t>
                      </a:r>
                    </a:p>
                  </a:txBody>
                  <a:tcPr marL="68580" marR="68580" marT="34290" marB="34290" anchor="ctr">
                    <a:lnL>
                      <a:noFill/>
                    </a:lnL>
                    <a:lnR>
                      <a:noFill/>
                    </a:lnR>
                    <a:lnT>
                      <a:noFill/>
                    </a:lnT>
                    <a:lnB>
                      <a:noFill/>
                    </a:lnB>
                    <a:noFill/>
                  </a:tcPr>
                </a:tc>
                <a:tc>
                  <a:txBody>
                    <a:bodyPr/>
                    <a:lstStyle/>
                    <a:p>
                      <a:pPr algn="r">
                        <a:buNone/>
                      </a:pPr>
                      <a:r>
                        <a:rPr lang="en-GB" sz="1200"/>
                        <a:t>215</a:t>
                      </a:r>
                    </a:p>
                  </a:txBody>
                  <a:tcPr marL="68580" marR="68580" marT="34290" marB="34290" anchor="ctr">
                    <a:lnL>
                      <a:noFill/>
                    </a:lnL>
                    <a:lnR>
                      <a:noFill/>
                    </a:lnR>
                    <a:lnT>
                      <a:noFill/>
                    </a:lnT>
                    <a:lnB>
                      <a:noFill/>
                    </a:lnB>
                    <a:noFill/>
                  </a:tcPr>
                </a:tc>
                <a:extLst>
                  <a:ext uri="{0D108BD9-81ED-4DB2-BD59-A6C34878D82A}">
                    <a16:rowId xmlns:a16="http://schemas.microsoft.com/office/drawing/2014/main" val="4216618361"/>
                  </a:ext>
                </a:extLst>
              </a:tr>
            </a:tbl>
          </a:graphicData>
        </a:graphic>
      </p:graphicFrame>
    </p:spTree>
    <p:extLst>
      <p:ext uri="{BB962C8B-B14F-4D97-AF65-F5344CB8AC3E}">
        <p14:creationId xmlns:p14="http://schemas.microsoft.com/office/powerpoint/2010/main" val="867673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53C98-5E22-3B65-8DF3-BCB64901909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0E4EFC7-113C-67F9-8696-1607E538EDFD}"/>
              </a:ext>
            </a:extLst>
          </p:cNvPr>
          <p:cNvSpPr>
            <a:spLocks noGrp="1"/>
          </p:cNvSpPr>
          <p:nvPr>
            <p:ph type="title"/>
          </p:nvPr>
        </p:nvSpPr>
        <p:spPr>
          <a:xfrm>
            <a:off x="419100" y="404019"/>
            <a:ext cx="8294688" cy="333375"/>
          </a:xfrm>
        </p:spPr>
        <p:txBody>
          <a:bodyPr rtlCol="0">
            <a:normAutofit fontScale="90000"/>
          </a:bodyPr>
          <a:lstStyle/>
          <a:p>
            <a:pPr fontAlgn="auto">
              <a:spcAft>
                <a:spcPts val="0"/>
              </a:spcAft>
              <a:defRPr/>
            </a:pPr>
            <a:r>
              <a:rPr lang="en-GB"/>
              <a:t>Does disease group impact adherence?</a:t>
            </a:r>
          </a:p>
        </p:txBody>
      </p:sp>
      <p:sp>
        <p:nvSpPr>
          <p:cNvPr id="3" name="Slide Number Placeholder 2">
            <a:extLst>
              <a:ext uri="{FF2B5EF4-FFF2-40B4-BE49-F238E27FC236}">
                <a16:creationId xmlns:a16="http://schemas.microsoft.com/office/drawing/2014/main" id="{30F6C2F7-FED8-AB56-4CE7-924ED3C04361}"/>
              </a:ext>
            </a:extLst>
          </p:cNvPr>
          <p:cNvSpPr>
            <a:spLocks noGrp="1"/>
          </p:cNvSpPr>
          <p:nvPr>
            <p:ph type="sldNum" sz="quarter" idx="10"/>
          </p:nvPr>
        </p:nvSpPr>
        <p:spPr>
          <a:xfrm>
            <a:off x="419100" y="4811554"/>
            <a:ext cx="4953000" cy="273844"/>
          </a:xfrm>
        </p:spPr>
        <p:txBody>
          <a:bodyPr/>
          <a:lstStyle/>
          <a:p>
            <a:pPr>
              <a:defRPr/>
            </a:pPr>
            <a:fld id="{F69DCA5D-C6DF-5849-B485-454276E40E4C}" type="slidenum">
              <a:rPr lang="en-US"/>
              <a:pPr>
                <a:defRPr/>
              </a:pPr>
              <a:t>12</a:t>
            </a:fld>
            <a:r>
              <a:rPr lang="en-US"/>
              <a:t> | PRIVATE AND CONFIDENTIAL | © Cambridge Cognition </a:t>
            </a:r>
            <a:fld id="{3AD53894-0F87-7B4D-B0DE-8594365A1A3A}" type="datetimeyyyy">
              <a:rPr lang="en-US"/>
              <a:pPr>
                <a:defRPr/>
              </a:pPr>
              <a:t>2026</a:t>
            </a:fld>
            <a:r>
              <a:rPr lang="en-US"/>
              <a:t>. All rights reserved. </a:t>
            </a:r>
          </a:p>
        </p:txBody>
      </p:sp>
      <p:sp>
        <p:nvSpPr>
          <p:cNvPr id="2" name="AutoShape 2">
            <a:extLst>
              <a:ext uri="{FF2B5EF4-FFF2-40B4-BE49-F238E27FC236}">
                <a16:creationId xmlns:a16="http://schemas.microsoft.com/office/drawing/2014/main" id="{3BEE9FD2-4E06-329C-C4CF-4761E8AF0516}"/>
              </a:ext>
            </a:extLst>
          </p:cNvPr>
          <p:cNvSpPr>
            <a:spLocks noChangeAspect="1" noChangeArrowheads="1"/>
          </p:cNvSpPr>
          <p:nvPr/>
        </p:nvSpPr>
        <p:spPr bwMode="auto">
          <a:xfrm>
            <a:off x="4495800" y="2495550"/>
            <a:ext cx="152400" cy="152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endParaRPr lang="en-US"/>
          </a:p>
        </p:txBody>
      </p:sp>
      <p:pic>
        <p:nvPicPr>
          <p:cNvPr id="9" name="Picture 8" descr="A chart of different colored boxes&#10;&#10;AI-generated content may be incorrect.">
            <a:extLst>
              <a:ext uri="{FF2B5EF4-FFF2-40B4-BE49-F238E27FC236}">
                <a16:creationId xmlns:a16="http://schemas.microsoft.com/office/drawing/2014/main" id="{E3B8168F-EC4B-9CB1-FF9E-BE65BA0043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9675" y="1185629"/>
            <a:ext cx="5105372" cy="3382309"/>
          </a:xfrm>
          <a:prstGeom prst="rect">
            <a:avLst/>
          </a:prstGeom>
        </p:spPr>
      </p:pic>
    </p:spTree>
    <p:extLst>
      <p:ext uri="{BB962C8B-B14F-4D97-AF65-F5344CB8AC3E}">
        <p14:creationId xmlns:p14="http://schemas.microsoft.com/office/powerpoint/2010/main" val="384322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F48DC-CFAD-24B0-262C-C65D218A57CA}"/>
            </a:ext>
          </a:extLst>
        </p:cNvPr>
        <p:cNvGrpSpPr/>
        <p:nvPr/>
      </p:nvGrpSpPr>
      <p:grpSpPr>
        <a:xfrm>
          <a:off x="0" y="0"/>
          <a:ext cx="0" cy="0"/>
          <a:chOff x="0" y="0"/>
          <a:chExt cx="0" cy="0"/>
        </a:xfrm>
      </p:grpSpPr>
      <p:sp>
        <p:nvSpPr>
          <p:cNvPr id="40961" name="Title 2">
            <a:extLst>
              <a:ext uri="{FF2B5EF4-FFF2-40B4-BE49-F238E27FC236}">
                <a16:creationId xmlns:a16="http://schemas.microsoft.com/office/drawing/2014/main" id="{A850715B-F2EB-5488-8DA3-4519BB224CB5}"/>
              </a:ext>
            </a:extLst>
          </p:cNvPr>
          <p:cNvSpPr>
            <a:spLocks noGrp="1" noChangeArrowheads="1"/>
          </p:cNvSpPr>
          <p:nvPr>
            <p:ph type="title"/>
          </p:nvPr>
        </p:nvSpPr>
        <p:spPr>
          <a:xfrm>
            <a:off x="438629" y="419525"/>
            <a:ext cx="2710422" cy="759772"/>
          </a:xfrm>
        </p:spPr>
        <p:txBody>
          <a:bodyPr vert="horz" wrap="square" lIns="45720" tIns="22860" rIns="45720" bIns="22860" numCol="1" anchor="b" anchorCtr="0" compatLnSpc="1">
            <a:prstTxWarp prst="textNoShape">
              <a:avLst/>
            </a:prstTxWarp>
            <a:normAutofit fontScale="90000"/>
          </a:bodyPr>
          <a:lstStyle/>
          <a:p>
            <a:r>
              <a:rPr lang="en-GB" altLang="en-US"/>
              <a:t>Are the cognitive assessments sensitive to disease?</a:t>
            </a:r>
            <a:r>
              <a:rPr lang="en-GB" altLang="en-US" b="1" kern="1200"/>
              <a:t> </a:t>
            </a:r>
          </a:p>
        </p:txBody>
      </p:sp>
      <p:sp>
        <p:nvSpPr>
          <p:cNvPr id="40968" name="Content Placeholder 2">
            <a:extLst>
              <a:ext uri="{FF2B5EF4-FFF2-40B4-BE49-F238E27FC236}">
                <a16:creationId xmlns:a16="http://schemas.microsoft.com/office/drawing/2014/main" id="{C8901544-9EEF-9DFF-4DB6-44DC003BA1DA}"/>
              </a:ext>
            </a:extLst>
          </p:cNvPr>
          <p:cNvSpPr>
            <a:spLocks noGrp="1"/>
          </p:cNvSpPr>
          <p:nvPr>
            <p:ph sz="half" idx="1"/>
          </p:nvPr>
        </p:nvSpPr>
        <p:spPr>
          <a:xfrm>
            <a:off x="426619" y="1179297"/>
            <a:ext cx="2710423" cy="3324348"/>
          </a:xfrm>
        </p:spPr>
        <p:txBody>
          <a:bodyPr/>
          <a:lstStyle/>
          <a:p>
            <a:r>
              <a:rPr lang="en-US"/>
              <a:t>The cognitive tasks show strong between group differences</a:t>
            </a:r>
          </a:p>
          <a:p>
            <a:r>
              <a:rPr lang="en-US"/>
              <a:t>Auto-immune patients show almost half the impairment of neurology patients</a:t>
            </a:r>
          </a:p>
          <a:p>
            <a:r>
              <a:rPr lang="en-US"/>
              <a:t>These data highlight that significant cognitive impairments exist in non ‘CNS’ diseases</a:t>
            </a:r>
          </a:p>
        </p:txBody>
      </p:sp>
      <p:sp>
        <p:nvSpPr>
          <p:cNvPr id="5" name="Slide Number Placeholder 4">
            <a:extLst>
              <a:ext uri="{FF2B5EF4-FFF2-40B4-BE49-F238E27FC236}">
                <a16:creationId xmlns:a16="http://schemas.microsoft.com/office/drawing/2014/main" id="{6BAF5148-544E-B8A9-E8BD-D1F9760A769D}"/>
              </a:ext>
            </a:extLst>
          </p:cNvPr>
          <p:cNvSpPr>
            <a:spLocks noGrp="1"/>
          </p:cNvSpPr>
          <p:nvPr>
            <p:ph type="sldNum" sz="quarter" idx="14"/>
          </p:nvPr>
        </p:nvSpPr>
        <p:spPr>
          <a:xfrm>
            <a:off x="419100" y="4811713"/>
            <a:ext cx="6438900" cy="273844"/>
          </a:xfrm>
        </p:spPr>
        <p:txBody>
          <a:bodyPr vert="horz" lIns="45720" tIns="22860" rIns="45720" bIns="22860" rtlCol="0" anchor="ctr">
            <a:normAutofit/>
          </a:bodyPr>
          <a:lstStyle/>
          <a:p>
            <a:pPr>
              <a:spcAft>
                <a:spcPts val="300"/>
              </a:spcAft>
              <a:defRPr/>
            </a:pPr>
            <a:fld id="{F2AE2772-99D7-E547-8E40-F5A67AC29A21}" type="slidenum">
              <a:rPr lang="en-US" smtClean="0"/>
              <a:pPr>
                <a:spcAft>
                  <a:spcPts val="300"/>
                </a:spcAft>
                <a:defRPr/>
              </a:pPr>
              <a:t>13</a:t>
            </a:fld>
            <a:r>
              <a:rPr lang="en-US"/>
              <a:t> | PRIVATE AND CONFIDENTIAL | © Cambridge Cognition </a:t>
            </a:r>
            <a:fld id="{3AD53894-0F87-7B4D-B0DE-8594365A1A3A}" type="datetimeyyyy">
              <a:rPr lang="en-US" smtClean="0"/>
              <a:pPr>
                <a:spcAft>
                  <a:spcPts val="300"/>
                </a:spcAft>
                <a:defRPr/>
              </a:pPr>
              <a:t>2026</a:t>
            </a:fld>
            <a:r>
              <a:rPr lang="en-US"/>
              <a:t>. All rights reserved. </a:t>
            </a:r>
          </a:p>
        </p:txBody>
      </p:sp>
      <p:sp>
        <p:nvSpPr>
          <p:cNvPr id="3" name="AutoShape 2">
            <a:extLst>
              <a:ext uri="{FF2B5EF4-FFF2-40B4-BE49-F238E27FC236}">
                <a16:creationId xmlns:a16="http://schemas.microsoft.com/office/drawing/2014/main" id="{33511BF5-1172-FD89-CEDF-A699923DAF88}"/>
              </a:ext>
            </a:extLst>
          </p:cNvPr>
          <p:cNvSpPr>
            <a:spLocks noChangeAspect="1" noChangeArrowheads="1"/>
          </p:cNvSpPr>
          <p:nvPr/>
        </p:nvSpPr>
        <p:spPr bwMode="auto">
          <a:xfrm>
            <a:off x="4495800" y="2495550"/>
            <a:ext cx="152400" cy="152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248C29D3-71C2-A18A-5E78-9FA097FE2648}"/>
              </a:ext>
            </a:extLst>
          </p:cNvPr>
          <p:cNvSpPr txBox="1"/>
          <p:nvPr/>
        </p:nvSpPr>
        <p:spPr>
          <a:xfrm>
            <a:off x="4166245" y="469623"/>
            <a:ext cx="3751348" cy="276999"/>
          </a:xfrm>
          <a:prstGeom prst="rect">
            <a:avLst/>
          </a:prstGeom>
          <a:noFill/>
        </p:spPr>
        <p:txBody>
          <a:bodyPr wrap="none" rtlCol="0">
            <a:spAutoFit/>
          </a:bodyPr>
          <a:lstStyle/>
          <a:p>
            <a:r>
              <a:rPr lang="en-US" sz="1200"/>
              <a:t>Performance in Digit-Symbol Substitution Task</a:t>
            </a:r>
          </a:p>
        </p:txBody>
      </p:sp>
      <p:pic>
        <p:nvPicPr>
          <p:cNvPr id="4" name="Picture 3" descr="A chart of a group of colored boxes&#10;&#10;AI-generated content may be incorrect.">
            <a:extLst>
              <a:ext uri="{FF2B5EF4-FFF2-40B4-BE49-F238E27FC236}">
                <a16:creationId xmlns:a16="http://schemas.microsoft.com/office/drawing/2014/main" id="{D599BBB1-32B7-F915-98A0-AF0E52C6D2C6}"/>
              </a:ext>
            </a:extLst>
          </p:cNvPr>
          <p:cNvPicPr>
            <a:picLocks noChangeAspect="1"/>
          </p:cNvPicPr>
          <p:nvPr/>
        </p:nvPicPr>
        <p:blipFill>
          <a:blip r:embed="rId2">
            <a:extLst>
              <a:ext uri="{28A0092B-C50C-407E-A947-70E740481C1C}">
                <a14:useLocalDpi xmlns:a14="http://schemas.microsoft.com/office/drawing/2010/main" val="0"/>
              </a:ext>
            </a:extLst>
          </a:blip>
          <a:srcRect t="8907"/>
          <a:stretch>
            <a:fillRect/>
          </a:stretch>
        </p:blipFill>
        <p:spPr>
          <a:xfrm>
            <a:off x="3822823" y="785027"/>
            <a:ext cx="4224422" cy="2872573"/>
          </a:xfrm>
          <a:prstGeom prst="rect">
            <a:avLst/>
          </a:prstGeom>
        </p:spPr>
      </p:pic>
      <p:sp>
        <p:nvSpPr>
          <p:cNvPr id="6" name="TextBox 5">
            <a:extLst>
              <a:ext uri="{FF2B5EF4-FFF2-40B4-BE49-F238E27FC236}">
                <a16:creationId xmlns:a16="http://schemas.microsoft.com/office/drawing/2014/main" id="{2E84621C-062F-9F56-B952-C578732A765B}"/>
              </a:ext>
            </a:extLst>
          </p:cNvPr>
          <p:cNvSpPr txBox="1"/>
          <p:nvPr/>
        </p:nvSpPr>
        <p:spPr>
          <a:xfrm>
            <a:off x="4008204" y="3796050"/>
            <a:ext cx="5135795" cy="1169551"/>
          </a:xfrm>
          <a:prstGeom prst="rect">
            <a:avLst/>
          </a:prstGeom>
          <a:noFill/>
        </p:spPr>
        <p:txBody>
          <a:bodyPr wrap="square" rtlCol="0">
            <a:spAutoFit/>
          </a:bodyPr>
          <a:lstStyle/>
          <a:p>
            <a:r>
              <a:rPr lang="en-GB" sz="1000"/>
              <a:t>One-way ANOVA on age-adjusted DSST Total Correct:</a:t>
            </a:r>
          </a:p>
          <a:p>
            <a:r>
              <a:rPr lang="en-GB" sz="1000"/>
              <a:t> </a:t>
            </a:r>
            <a:r>
              <a:rPr lang="en-GB" sz="1000" i="1"/>
              <a:t> F</a:t>
            </a:r>
            <a:r>
              <a:rPr lang="en-GB" sz="1000"/>
              <a:t>(2,974) = 79.77, </a:t>
            </a:r>
            <a:r>
              <a:rPr lang="en-GB" sz="1000" i="1"/>
              <a:t>p</a:t>
            </a:r>
            <a:r>
              <a:rPr lang="en-GB" sz="1000"/>
              <a:t> &lt; .0001</a:t>
            </a:r>
          </a:p>
          <a:p>
            <a:endParaRPr lang="en-GB" sz="1000"/>
          </a:p>
          <a:p>
            <a:r>
              <a:rPr lang="en-GB" sz="1000"/>
              <a:t>Post-hoc Welch t-tests vs Healthy Volunteers:</a:t>
            </a:r>
          </a:p>
          <a:p>
            <a:r>
              <a:rPr lang="en-GB" sz="1000"/>
              <a:t>  IMID  vs HV: </a:t>
            </a:r>
            <a:r>
              <a:rPr lang="el-GR" sz="1000"/>
              <a:t>Δ = -3.8 (95% </a:t>
            </a:r>
            <a:r>
              <a:rPr lang="en-GB" sz="1000"/>
              <a:t>CI -5.4 to -2.1), t = -4.45, </a:t>
            </a:r>
            <a:r>
              <a:rPr lang="en-GB" sz="1000" i="1"/>
              <a:t>p</a:t>
            </a:r>
            <a:r>
              <a:rPr lang="en-GB" sz="1000"/>
              <a:t> &lt;. 001, Cohen’s d = 0.49</a:t>
            </a:r>
          </a:p>
          <a:p>
            <a:r>
              <a:rPr lang="en-GB" sz="1000"/>
              <a:t>  NDD   vs HV: </a:t>
            </a:r>
            <a:r>
              <a:rPr lang="el-GR" sz="1000"/>
              <a:t>Δ = -9.0 (95% </a:t>
            </a:r>
            <a:r>
              <a:rPr lang="en-GB" sz="1000"/>
              <a:t>CI -10.6 to -7.3), t = -10.53, </a:t>
            </a:r>
            <a:r>
              <a:rPr lang="en-GB" sz="1000" i="1"/>
              <a:t>p</a:t>
            </a:r>
            <a:r>
              <a:rPr lang="en-GB" sz="1000"/>
              <a:t> &lt; .001, Cohen’s d = 1.24</a:t>
            </a:r>
          </a:p>
          <a:p>
            <a:endParaRPr lang="en-US" sz="1000"/>
          </a:p>
        </p:txBody>
      </p:sp>
    </p:spTree>
    <p:extLst>
      <p:ext uri="{BB962C8B-B14F-4D97-AF65-F5344CB8AC3E}">
        <p14:creationId xmlns:p14="http://schemas.microsoft.com/office/powerpoint/2010/main" val="4176305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C99064-A3EC-B2A3-F710-7D1567D6648B}"/>
              </a:ext>
            </a:extLst>
          </p:cNvPr>
          <p:cNvSpPr>
            <a:spLocks noGrp="1"/>
          </p:cNvSpPr>
          <p:nvPr>
            <p:ph type="dt" sz="quarter" idx="10"/>
          </p:nvPr>
        </p:nvSpPr>
        <p:spPr>
          <a:xfrm>
            <a:off x="8045752" y="274088"/>
            <a:ext cx="564848" cy="273844"/>
          </a:xfrm>
        </p:spPr>
        <p:txBody>
          <a:bodyPr/>
          <a:lstStyle/>
          <a:p>
            <a:pPr>
              <a:defRPr/>
            </a:pPr>
            <a:fld id="{C5B30999-FC12-48DF-9619-896221F2991F}" type="datetimeyyyy">
              <a:rPr lang="en-US"/>
              <a:pPr>
                <a:defRPr/>
              </a:pPr>
              <a:t>2026</a:t>
            </a:fld>
            <a:endParaRPr lang="en-US"/>
          </a:p>
        </p:txBody>
      </p:sp>
    </p:spTree>
  </p:cSld>
  <p:clrMapOvr>
    <a:masterClrMapping/>
  </p:clrMapOvr>
</p:sld>
</file>

<file path=ppt/theme/theme1.xml><?xml version="1.0" encoding="utf-8"?>
<a:theme xmlns:a="http://schemas.openxmlformats.org/drawingml/2006/main" name="Custom Design">
  <a:themeElements>
    <a:clrScheme name="CC APRIL 2025">
      <a:dk1>
        <a:srgbClr val="000000"/>
      </a:dk1>
      <a:lt1>
        <a:srgbClr val="FFFFFF"/>
      </a:lt1>
      <a:dk2>
        <a:srgbClr val="000000"/>
      </a:dk2>
      <a:lt2>
        <a:srgbClr val="FFFFFF"/>
      </a:lt2>
      <a:accent1>
        <a:srgbClr val="153E64"/>
      </a:accent1>
      <a:accent2>
        <a:srgbClr val="00AEEF"/>
      </a:accent2>
      <a:accent3>
        <a:srgbClr val="FFB600"/>
      </a:accent3>
      <a:accent4>
        <a:srgbClr val="5A6881"/>
      </a:accent4>
      <a:accent5>
        <a:srgbClr val="65B245"/>
      </a:accent5>
      <a:accent6>
        <a:srgbClr val="FFFFFF"/>
      </a:accent6>
      <a:hlink>
        <a:srgbClr val="00AEEF"/>
      </a:hlink>
      <a:folHlink>
        <a:srgbClr val="5A6881"/>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ewCCTemplate2025_2026" id="{48457837-41D8-9D44-9BE6-610155A75CF8}" vid="{5370FC88-C2B4-5F4E-A552-95E01CF0BB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90c77d1-93ed-4f71-8f4c-7998a9530f63">
      <Terms xmlns="http://schemas.microsoft.com/office/infopath/2007/PartnerControls"/>
    </lcf76f155ced4ddcb4097134ff3c332f>
    <TaxCatchAll xmlns="e126fe4f-ea1a-43f6-ac45-2d71a1d6365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240962CCB8CA64AB4DAF2C8B7389621" ma:contentTypeVersion="14" ma:contentTypeDescription="Create a new document." ma:contentTypeScope="" ma:versionID="7e81367a4717fa04ef67bc42e1863c9a">
  <xsd:schema xmlns:xsd="http://www.w3.org/2001/XMLSchema" xmlns:xs="http://www.w3.org/2001/XMLSchema" xmlns:p="http://schemas.microsoft.com/office/2006/metadata/properties" xmlns:ns2="f90c77d1-93ed-4f71-8f4c-7998a9530f63" xmlns:ns3="e126fe4f-ea1a-43f6-ac45-2d71a1d6365f" targetNamespace="http://schemas.microsoft.com/office/2006/metadata/properties" ma:root="true" ma:fieldsID="a5366e670cefc32800cc9fb71569c301" ns2:_="" ns3:_="">
    <xsd:import namespace="f90c77d1-93ed-4f71-8f4c-7998a9530f63"/>
    <xsd:import namespace="e126fe4f-ea1a-43f6-ac45-2d71a1d6365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0c77d1-93ed-4f71-8f4c-7998a9530f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d63537c-d192-4dc4-bb87-a5632b1c7687"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126fe4f-ea1a-43f6-ac45-2d71a1d6365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f469578-d4c4-43e6-9f3e-6d981ab352b3}" ma:internalName="TaxCatchAll" ma:showField="CatchAllData" ma:web="e126fe4f-ea1a-43f6-ac45-2d71a1d636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C681431-30C3-4C37-84EA-B11ECF0C4FC6}">
  <ds:schemaRefs>
    <ds:schemaRef ds:uri="http://schemas.microsoft.com/office/2006/metadata/properties"/>
    <ds:schemaRef ds:uri="http://schemas.microsoft.com/office/2006/documentManagement/types"/>
    <ds:schemaRef ds:uri="http://purl.org/dc/elements/1.1/"/>
    <ds:schemaRef ds:uri="a946762e-73bd-48d3-b86f-23e53a01f6c8"/>
    <ds:schemaRef ds:uri="http://www.w3.org/XML/1998/namespace"/>
    <ds:schemaRef ds:uri="http://schemas.openxmlformats.org/package/2006/metadata/core-properties"/>
    <ds:schemaRef ds:uri="http://purl.org/dc/dcmitype/"/>
    <ds:schemaRef ds:uri="http://schemas.microsoft.com/office/infopath/2007/PartnerControls"/>
    <ds:schemaRef ds:uri="87880723-4e2f-4104-af37-4801713faf67"/>
    <ds:schemaRef ds:uri="http://purl.org/dc/terms/"/>
  </ds:schemaRefs>
</ds:datastoreItem>
</file>

<file path=customXml/itemProps2.xml><?xml version="1.0" encoding="utf-8"?>
<ds:datastoreItem xmlns:ds="http://schemas.openxmlformats.org/officeDocument/2006/customXml" ds:itemID="{133A555F-833F-4EDE-B3AA-5DC7DD1F7D5E}"/>
</file>

<file path=customXml/itemProps3.xml><?xml version="1.0" encoding="utf-8"?>
<ds:datastoreItem xmlns:ds="http://schemas.openxmlformats.org/officeDocument/2006/customXml" ds:itemID="{D48C3E1B-FB74-40D9-86E6-AB5C970CFB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Custom Design</Template>
  <TotalTime>0</TotalTime>
  <Words>918</Words>
  <Application>Microsoft Macintosh PowerPoint</Application>
  <PresentationFormat>On-screen Show (16:9)</PresentationFormat>
  <Paragraphs>97</Paragraphs>
  <Slides>14</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Neue Montreal</vt:lpstr>
      <vt:lpstr>Aptos</vt:lpstr>
      <vt:lpstr>Poppins Bold</vt:lpstr>
      <vt:lpstr>Poppins</vt:lpstr>
      <vt:lpstr>Neue Montreal Medium</vt:lpstr>
      <vt:lpstr>Custom Design</vt:lpstr>
      <vt:lpstr>Using touch screen devices for cognitive research</vt:lpstr>
      <vt:lpstr>Agenda</vt:lpstr>
      <vt:lpstr>Measuring Cognition before touch screens</vt:lpstr>
      <vt:lpstr>Case Study 1: Digit Symbol Substitution Task</vt:lpstr>
      <vt:lpstr>Case Study 1: Digit Symbol Substitution Task</vt:lpstr>
      <vt:lpstr>Case study 2: Intuition</vt:lpstr>
      <vt:lpstr>Monthly 30 minute multi-domain battery </vt:lpstr>
      <vt:lpstr>Burst Assessments</vt:lpstr>
      <vt:lpstr>Adherence</vt:lpstr>
      <vt:lpstr>Case study 3: IDEA-FAST Clinical Observational Study</vt:lpstr>
      <vt:lpstr>IDEA-FAST Clinical Observational Study</vt:lpstr>
      <vt:lpstr>Does disease group impact adherence?</vt:lpstr>
      <vt:lpstr>Are the cognitive assessments sensitive to disease?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Taptiklis</dc:creator>
  <cp:lastModifiedBy>Nick Taptiklis</cp:lastModifiedBy>
  <cp:revision>1</cp:revision>
  <dcterms:created xsi:type="dcterms:W3CDTF">2025-06-05T12:49:07Z</dcterms:created>
  <dcterms:modified xsi:type="dcterms:W3CDTF">2026-02-09T17:08:02Z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0x0101002240962CCB8CA64AB4DAF2C8B7389621</vt:lpwstr>
  </property>
  <property fmtid="{D5CDD505-2E9C-101B-9397-08002B2CF9AE}" pid="3" name="MediaServiceImageTags">
    <vt:lpwstr/>
  </property>
</Properties>
</file>